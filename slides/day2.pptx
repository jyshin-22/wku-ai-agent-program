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설치·설정 (1)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설치·설정 (2)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설치·인증·첫 실행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주요 설정·MCP·워크플로우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10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큰 한 번보다, 작은 단위로 반복하는 것이 핵심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이론은 Day 3 — 오늘은 큰 틀만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(1) —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실습 도구 Claude Code를 각자 환경에 설치하고 첫 실행까지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(1) —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절차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로그인·인증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첫 실행 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운영체제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macOS 13+ · Linux · Windows 10/11 (또는 WSL2)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 + (npm 설치 시) Node.js 18+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native 설치는 Node.js 불필요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방법 —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native (권장 · 자동 업데이트)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PowerShell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npm 전역 / Homebrew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npm i -g @anthropic-ai/claude-code  ·  brew install --cask claude-code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체크리스트 확인 (OS·계정)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명령 실행 (native 권장)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로그인/인증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확인: /help · claude --version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각자 터미널에서 Claude Code 실행·로그인 완료
문제 시 진단: claude doctor
(스크린샷 placeholder)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주요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설정과 MCP, 프로젝트 구조를 잡아 과정 전반의 작업 환경을 완성한다.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주요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&amp; CLAUDE.md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&amp; 슬래시 커맨드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MCP 기초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&amp; 워크플로우 실습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확장 (MCP)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도구·데이터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GitHub · DB · API 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mcp add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/mcp 로 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CLAUDE.md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적용되는 프로젝트 규칙·명령어 — /init 로 생성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바꾸는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/config (UI) 또는 파일 직접 편집 — 대개 자동 반영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권한(permissions) &amp; 슬래시 커맨드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"Bash(git *)" 허용  ·  "Bash(rm -rf *)" 차단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자주 쓰는 커맨드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/help · /model · /config · /clear · /permissions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MCP (Model Context Protocol) 기초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Claude를 외부 도구·데이터(GitHub·DB·API)에 연결하는 개방 표준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복붙 대신 실시간 데이터를 직접 읽음 — 에이전트 능력 확장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추가/확인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mcp add &lt;이름&gt; &lt;패키지&gt;  ·  /mcp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설정 &amp; 워크플로우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 (placeholder)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폴더 + .claude/settings.json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또는 MCP 1개 설정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작업으로 요청→실행→검증 1회전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프로젝트를 시작할 수 있는 작업 환경
(설정 예시 placeholder)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설치·설정 완료 — 작업 도구 확보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