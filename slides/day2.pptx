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이론은 Day 3 — 오늘은 큰 틀만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Python과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(프로젝트용) + Claude Code (도구)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대안(선택): uv — 빠른 모던 도구 · Anaconda — 데이터 패키지 일괄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(Win: PATH 체크 / Mac: 인증서 실행)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python(3) --version · pip(3)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+ Claude Code 실행·로그인 완료
문제 시 진단: claude doctor
(스크린샷 placeholder)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github.com/yeachan-heo/oh-my-claudecode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(설정·커맨드 예시 placeholder)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