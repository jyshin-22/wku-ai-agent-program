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Code(코드 읽기→수정→테스트→반복) · Claude Computer use(화면 보고 클릭, 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답만 내는 게 아니라 '행동'한다 — LLM과의 핵심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관찰 (Observe)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상황과 이전 행동의 결과를 파악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 에이전트가 테스트 실행 결과(통과/실패)를 읽음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판단의 근거가 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사고 (Think)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관찰을 바탕으로 다음에 무엇을 할지 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'테스트가 실패했으니 이 함수를 고쳐야겠다'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여기서 어떤 도구를 쓸지도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행동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결정한 도구를 실제로 호출·실행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 수정 · 코드 실행 · 웹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환경이 바뀌고 새 결과가 나옴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(Loop)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 결과를 다시 관찰 → 사고 → 행동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 달성 또는 한계 도달까지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응답이 아니라 '여러 수'를 두는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반복이 LLM과 에이전트를 가르는 핵심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ChatGPT Search — LLM이 스스로 검색 쿼리를 만들어 웹 검색 후 출처 인용(2024)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도구가 LLM의 한계(최신성·계산·실행)를 메운다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GitHub Copilot(보조) → Copilot Workspace(반자율) → Devin(완전자율)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높을수록 검증·안전장치가 중요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용어 기원 Karpathy(2025.2) · Fly.Pieter.com — 1인이 프롬프트로 ~3시간 만에 비행게임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성공담은 생존편향 큼 — 검증·보안·유지보수가 취약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바이브코딩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의도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싶은 것을 구체적으로 전달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'CSV를 항목별로 합산해 표로 출력하는 스크립트'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목표·입력·출력·제약을 분명히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코드를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타이핑이 아니라 방향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큰 덩어리보다 작은 기능 단위로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만든 것을 실제로 돌려본다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스크립트 실행 → 결과 표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'된다고 말함'이 아니라 '되는 것을 봄'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검증·수정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결과를 보고 틀린 점·부족한 점을 다시 지시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'합계가 틀렸어, 빈 칸을 0으로 처리해줘'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만족할 때까지 ①~④ 반복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없는 반복은 위험 — 사람이 매번 결과를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Replit AI가 '코드 동결' 지시 어기고 운영 DB 삭제(2025.7)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자율성↑=위험↑ — 사람 승인·백업·검증 필수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이론·구현은 Day 3~4 — 오늘은 큰 틀만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Deep Research (OpenAI·Gemini·Claude)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문헌 검색→검증→종합→인용 — 문헌고찰 보조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기회(신약·문헌고찰)와 과장(co-scientist)을 함께 — AI 출력은 반드시 사람이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