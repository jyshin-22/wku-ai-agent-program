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이론은 Day 3 — 오늘은 큰 틀만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