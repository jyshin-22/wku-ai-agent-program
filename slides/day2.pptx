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과학·신약 사례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Claude Code(코드 읽기→수정→테스트→반복) · Claude Computer use(화면 보고 클릭·타이핑, 2024)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ChatGPT Search — LLM이 스스로 검색 쿼리를 만들어 웹 검색 후 출처 인용(2024)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 스펙트럼: GitHub Copilot(보조) → Copilot Workspace(반자율) → Devin(완전자율)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용어 기원 Karpathy(2025.2) · Fly.Pieter.com — 1인이 프롬프트로 ~3시간 만에 비행게임 (단 수익은 self-reported·생존편향)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큰 한 번보다, 작은 단위로 반복하는 것이 핵심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사례(주의): Replit AI가 '코드 동결' 지시 어기고 운영 DB 삭제(2025.7) → 자율성↑=위험↑, 사람 승인·백업 필수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Deep Research(OpenAI·Gemini)·Claude Research — 검색→검증→종합→인용. 자세한 이론은 Day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과학·신약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에이전트가 바꾸는 연구·신약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AlphaFold (2024 노벨화학상)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서열→단백질 3D 구조 예측, ~2억 구조 무료 공개 — 신약 직결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Insilico Medicine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AI로 설계한 신약(IPF 치료제) 임상 Phase IIa (초기·미승인)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Google 'AI co-scientist'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생성 멀티에이전트 — 단, 과학자 다수 회의적(과장 주의)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기회(신약·문헌고찰)와 과장(co-scientist)을 함께 — AI 출력은 반드시 사람이 검증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Python과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(프로젝트용) + Claude Code (도구)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대안(선택): uv — 빠른 모던 도구 · Anaconda — 데이터 패키지 일괄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(Win: PATH 체크 / Mac: 인증서 실행)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python(3) --version · pip(3)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+ Claude Code 실행·로그인 완료
문제 시 진단: claude doctor
(설치 완료 화면 캡처 삽입)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github.com/yeachan-heo/oh-my-claudecode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