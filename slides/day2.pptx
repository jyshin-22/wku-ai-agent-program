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2  ·  화요일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에이전트 원리 + 클로드 코드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에이전트의 원리와 리서치 에이전트를 이해하고, 과정 전반에 쓸 도구를 구축한다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AI 에이전트 원리 + 리서치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Python &amp; 클로드 코드 설치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클로드 코드 설정 + 플러그인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 / 43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8376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 / 43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에이전트 원리와 이해 + 리서치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agent = LLM+tools+loop / 리서치 에이전트 개요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Python &amp; Claude Code 설치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Python(python.org) · Claude Code 설치·인증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클로드 코드 설치 및 주요 설정 (2)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기본 설정 · oh-my-claudecode 플러그인 · 워크플로우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 / 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에이전트 원리와 이해 + AI 에이전트 기반 리서치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에이전트의 정의·구조·자율성과, 리서치 에이전트의 전체 구조를 이해한다.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4 / 43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에이전트 원리와 이해 + AI 에이전트 기반 리서치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11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에이전트란 무엇인가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vs 에이전트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핵심 루프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도구(tools)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9224" y="4974336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6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메모리와 컨텍스트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53212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49224" y="565099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" y="565099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16152" y="553212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자율성의 스펙트럼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바이브코딩 개념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바이브코딩 워크플로우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사람의 역할 변화·주의점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17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364224" y="4297680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64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31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 개요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17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364224" y="4974336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64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31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과학·신약 사례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5 / 43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학습 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이 세션에서 다룰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에이전트의 정의와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 + 도구(tools) + 반복(loop)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바이브코딩 작업 방식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자연어로 만들고, 검증하며 반복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에이전트의 큰 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이번 주 팀 프로젝트의 형태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6 / 43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개념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에이전트란?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LLM(두뇌) + 도구(tools) + 반복 루프(loop)로 목표를 수행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LLM과의 차이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답만 내는 게 아니라 '행동'하고 결과를 보고 다음 행동을 결정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검색 → 읽기 → 코드 실행 → 수정을 스스로 반복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Code(코드 읽기→수정→테스트→반복) · Claude Computer use(화면 보고 클릭, 2024)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에이전트는 답을 내는 데 그치지 않고 직접 '행동'한다는 점이 LLM과의 핵심 차이다.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7 / 43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 vs 에이전트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LLM 단독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입력→출력 한 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 없음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기억 없음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사용자가 매번 지시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에이전트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목표를 주면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도구를 골라 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상태·기억 유지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스스로 반복·판단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8 / 43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핵심 루프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에이전트의 동작 사이클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상황·이전 결과 파악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다음에 무엇을 할지 결정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행동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도구 호출(검색·실행)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결과 확인 → 반복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목표를 달성할 때까지 이 루프를 반복하며, 이어서 각 단계를 차례로 살펴본다.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9 / 43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루프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관찰 (Observe)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현재 상황과 이전 행동의 결과를 파악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코드 에이전트가 테스트 실행 결과(통과/실패)를 읽음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판단의 근거가 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10 / 43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루프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사고 (Think)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관찰을 바탕으로 다음에 무엇을 할지 결정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'테스트가 실패했으니 이 함수를 고쳐야겠다'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여기서 어떤 도구를 쓸지도 결정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11 / 43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루프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행동 (Act)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결정한 도구를 실제로 호출·실행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파일 수정 · 코드 실행 · 웹 검색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환경이 바뀌고 새 결과가 나옴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12 / 43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루프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반복 (Loop)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행동 결과를 다시 관찰 → 사고 → 행동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멈춤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목표 달성 또는 한계 도달까지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번의 응답이 아니라 '여러 수'를 두는 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 반복 구조가 LLM과 에이전트를 구분하는 핵심이다.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13 / 43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도구(tools) — 에이전트의 손과 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에이전트가 호출하는 외부 기능 — 웹검색·파일·코드실행·API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필요한가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LLM의 한계(최신성·계산·실행)를 실제 행동으로 보완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동작 방식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LLM이 '어떤 도구를 어떤 인자로' 호출할지 결정 → 결과를 다시 입력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ChatGPT Search — LLM이 스스로 검색 쿼리를 만들어 웹 검색 후 출처 인용(2024)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도구는 최신성·계산·실행과 같은 LLM의 한계를 보완한다.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14 / 43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메모리와 컨텍스트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단기 (컨텍스트)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현재 작업 맥락 — 컨텍스트 윈도우 안에 유지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장기 (외부 메모리)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파일·DB·벡터스토어에 저장해 필요할 때 검색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중요한가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긴 작업의 일관성 유지 · 맥락 한계 극복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15 / 43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스펙트럼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자율성의 정도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보조형 (copilot)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사람이 매 단계 확인·승인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반자율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일상 작업은 자동, 중요한 결정만 사람이 확인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자율형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목표만 주면 스스로 — 강력하지만 검증·안전장치 필수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 스펙트럼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GitHub Copilot(보조) → Copilot Workspace(반자율) → Devin(완전자율)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자율성이 높아질수록 검증과 안전장치의 중요성도 함께 커진다.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16 / 43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개념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바이브코딩 (Vibe Coding)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코드를 직접 타이핑하지 않고, 자연어로 의도를 전달해 만든다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사람의 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무엇을·왜를 명확히 + 결과를 검증하고 방향 제시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빠른 반복 + 반드시 검증 (출력을 그대로 신뢰 금물)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용어 기원 Karpathy(2025.2) · Fly.Pieter.com — 1인이 프롬프트로 ~3시간 만에 비행게임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성공 사례는 생존 편향이 크며, 바이브코딩 결과물은 검증·보안·유지보수 측면에서 취약할 수 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17 / 43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바이브코딩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바이브코딩 사이클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의도 전달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원하는 것을 구체적으로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에이전트가 구현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실제로 돌려 확인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검증·수정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결과 보고 다시 지시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 번에 크게 시도하기보다 작은 단위로 반복하는 것이 핵심이며, 이어서 각 단계를 차례로 살펴본다.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18 / 43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사이클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의도 전달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만들고 싶은 것을 구체적으로 전달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'CSV를 항목별로 합산해 표로 출력하는 스크립트'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목표·입력·출력·제약을 분명히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19 / 43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사이클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생성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에이전트가 코드를 작성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사람의 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타이핑이 아니라 방향 확인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번에 큰 덩어리보다 작은 기능 단위로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20 / 43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사이클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실행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만든 것을 실제로 돌려본다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스크립트 실행 → 결과 표 확인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'된다고 말함'이 아니라 '되는 것을 봄'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21 / 43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사이클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검증·수정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결과를 보고 틀린 점·부족한 점을 다시 지시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'합계가 틀렸어, 빈 칸을 0으로 처리해줘'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반복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만족할 때까지 ①~④ 반복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없는 반복은 위험하므로, 사람이 매 단계의 결과를 직접 확인해야 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22 / 43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태도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사람의 역할 변화 · 주의점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작성자 → 디렉터·검수자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타이핑보다 '무엇을 만들지'와 '맞는지' 판단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검증을 습관화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동작·정확성을 직접 확인 — AI는 틀릴 수 있다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오후 실습에서 체험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Code로 직접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실패 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Replit AI가 '코드 동결' 지시 어기고 운영 DB 삭제(2025.7)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자율성이 높아질수록 위험도 커지므로, 사람의 승인과 백업, 검증이 반드시 필요하다.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23 / 43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개괄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리서치 에이전트 개요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질문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무엇을 알고 싶나 — 질문 분해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여러 소스에서 수집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출처·신뢰도 교차확인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종합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근거를 묶어 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출처와 함께 정리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자세한 이론과 구현은 3~4일차에 다루며, 오늘은 전체 틀만 이해한다.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24 / 43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과학·신약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에이전트가 바꾸는 연구·신약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AlphaFold (2024 노벨화학상)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서열→단백질 3D 구조 예측, ~2억 구조 무료 공개 — 신약 직결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Insilico Medicine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생성형 AI로 설계한 신약(IPF 치료제) 임상 Phase IIa (초기·미승인)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Google 'AI co-scientist'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가설 생성 멀티에이전트 — 단, 과학자 다수 회의적(과장 주의)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Deep Research (OpenAI·Gemini·Claude)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문헌 검색→검증→종합→인용 — 문헌고찰 보조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신약 개발·문헌고찰의 기회와 과장된 사례를 함께 살펴보되, AI의 출력은 반드시 사람이 검증해야 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25 / 43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Python &amp; Claude Code 설치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프로젝트용 Python과 실습 도구 Claude Code를 각자 노트북에 설치하고 동작을 확인한다.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26 / 43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Python &amp; Claude Code 설치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6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설치 전 체크리스트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Python 설치 (Win/Mac)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 &amp; 트러블슈팅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Code 설치 (Win/Mac)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로그인 &amp; 첫 실행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71500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49224" y="583387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" y="583387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16152" y="571500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설치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27 / 43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준비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설치 전 체크리스트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설치할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Python (프로젝트용) + Claude Code (도구)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대상 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Windows / macOS 만 (Win=PowerShell · Mac=Terminal)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계정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구독(Pro/Max) 또는 Anthropic Console 계정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28 / 43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Python 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python.org 공식 설치 — OS별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Windows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python.org 설치 파일 다운로드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★ 'Add python.exe to PATH' 체크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python --version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터미널: PowerShell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macOS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.pkg 다운로드 → 설치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★ 'Install Certificates' 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python3 --version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터미널: Terminal(zsh)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29 / 43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설치 확인 &amp; 트러블슈팅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Win: python --version · pip --version  /  Mac: python3 · pip3 --version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Windows 문제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PATH 미설정 → 설치 관리자 'Modify'에서 PATH 추가 후 터미널 재시작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macOS 문제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SSL 오류 → 'Install Certificates.command' 실행 · 명령은 python3 사용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대안으로 빠른 최신 도구인 uv나 데이터 패키지를 한 번에 제공하는 Anaconda를 선택할 수도 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30 / 43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Claude Code 설치 — OS별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Windows (PowerShell)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irm https://claude.ai/install.ps1 | iex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또는 npm i -g @anthropic-ai/claude-code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WSL 없이 네이티브로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claude --version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macOS (Terminal)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curl -fsSL https://claude.ai/install.sh | bash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또는 brew install --cask claude-code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자동 업데이트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claude --version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31 / 43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인증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Claude Code 로그인 &amp; 첫 실행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터미널에서  claude  입력 → 브라우저 OAuth 로그인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인증 방식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구독 로그인  또는  Console(API 과금)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브라우저가 안 열리면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터미널에서  c  눌러 URL 복사 → 직접 붙여넣기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32 / 43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Python &amp; Claude Code 설치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Python 설치 (Win: PATH 체크 / Mac: 인증서 실행)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python(3) --version · pip(3)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Code 설치 (Win: PowerShell / Mac: curl·brew)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실행 → 로그인 → /help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Python + Claude Code 실행·로그인 완료
문제 시 진단: claude doctor
(설치 완료 화면 캡처 삽입)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33 / 43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클로드 코드 설치 및 주요 설정 (2) — 설정 &amp; 플러그인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기본 설정과 CLAUDE.md를 잡고, oh-my-claudecode 플러그인으로 작업 환경을 확장한다.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34 / 43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클로드 코드 설치 및 주요 설정 (2) — 설정 &amp; 플러그인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6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설정하나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기본 설정 (settings · 권한 · 모델)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CLAUDE.md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oh-my-claudecode 플러그인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커맨드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71500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49224" y="583387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" y="583387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16152" y="571500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설치 &amp; 샘플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35 / 43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설정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무엇을 설정하나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기본 설정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모델 · effort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권한(allow/ask/deny)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CLAUDE.md (프로젝트 규칙)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슬래시 커맨드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플러그인 (확장)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oh-my-claudecode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멀티 에이전트 오케스트레이션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/plugin install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/autopilot · /team 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36 / 43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기본 설정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settings.json &amp; 권한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설정 파일 위치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~/.claude/settings.json (전역) · .claude/settings.json (프로젝트)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권한 (permissions)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ask(기본) · allow(미리 허용) · deny(차단) — 예: "Bash(git *)"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모델 · 커맨드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/model 로 모델 변경 · /config · /help · /clear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37 / 43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규칙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CLAUDE.md — 프로젝트 규칙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매 세션 자동 적용되는 프로젝트 규칙·명령어·컨벤션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/init 로 자동 생성한 뒤 편집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위치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프로젝트 루트 ./CLAUDE.md (전역은 ~/.claude/CLAUDE.md)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38 / 43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플러그인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oh-my-claudecode 란?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Code용 멀티 에이전트 오케스트레이션 플러그인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전문 에이전트들을 조율해 복잡한 작업을 자동화 — 'zero learning curve'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구성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여러 슬래시 커맨드 + 전문 에이전트(executor·planner·reviewer 등)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공식 저장소는 github.com/yeachan-heo/oh-my-claudecode 에서 확인할 수 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39 / 43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oh-my-claudecode 설치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① 마켓플레이스 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/plugin marketplace add https://github.com/Yeachan-Heo/oh-my-claudecode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② 설치 &amp; 셋업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/plugin install oh-my-claudecode  →  /omc-setup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사전 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team 기능엔 tmux 필요 (brew/apt install tmux)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40 / 43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커맨드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커맨드 둘러보기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/autopilot "..."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아이디어 → 동작 코드까지 자율 실행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/team · /ralph · /ultrawork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다중 에이전트 협업 · 완료까지 지속 · 병렬 처리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/plan · /ask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전략 기획 · 외부 모델(codex·gemini)로 교차검토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41 / 43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설정 &amp; 플러그인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기본 설정 (settings.json · 권한)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/init 로 CLAUDE.md 생성·편집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oh-my-claudecode 설치 (/plugin → /omc-setup)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샘플 작업 1회전 (예: /autopilot 간단 작업)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설정 완료 + 플러그인 설치된 작업 환경
예시: examples/claude-setup (settings.json · CLAUDE.md)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42 / 43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9" name="Oval 8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= LLM + tools + loop, 자율성에는 스펙트럼이 있다</a:t>
            </a:r>
          </a:p>
        </p:txBody>
      </p:sp>
      <p:sp>
        <p:nvSpPr>
          <p:cNvPr id="11" name="Oval 10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 = 질문→검색→검증→종합→보고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Python + Claude Code 설치, oh-my-claudecode 플러그인으로 작업 환경 완성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다음 과정 — Day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세팅한 도구로 실생활 미니 프로젝트를 기획·개발하고, 리서치 프로세스 이론을 배운 뒤 팀과 주제를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43 / 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