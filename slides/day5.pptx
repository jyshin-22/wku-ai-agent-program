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5  ·  금요일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마무리(버퍼) + 보고서·발표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남은 부분을 보완하고, AI 에이전트로 보고서·발표자료를 만들어 발표한다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버퍼 / 발표 준비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보고서·발표자료 (AI Agent)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팀별 프로젝트 발표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6104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버퍼 / 보완 · 발표 준비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미완 보완 · 발표 핵심 메시지 확정 (에이전트는 Day 4 완주)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보고서 및 발표자료 — AI Agent 이론 및 수행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에이전트로 보고서·발표자료 만들기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프로젝트 발표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발표·피드백·회고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버퍼 / 보완 · 발표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에이전트는 Day 4에 완주 — 미완 부분을 보완하고 발표를 준비한다.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버퍼 / 보완 · 발표 준비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3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버퍼 운영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보완·심화(실습)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 준비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버퍼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무엇을 마무리하나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미완성 팀 우선 보완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Day 4 못 끝낸 부분부터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여유 팀은 개선·심화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추가 실험·분석 (선택)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메시지 1개 정하기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발표의 중심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버퍼는 팀별 진척에 맞게 유연하게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보완 &amp; 발표 준비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실습 단계 (placeholder)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미완 보완·재실행 → 결과 확정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재현성 최종 확인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발표용 핵심 결과 선별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발표/보고서 준비 시작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발표 가능한 최종 결과물 + 분석 노트
(placeholder)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발표 준비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발표할 핵심 고르기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가장 강한 발견 1~2개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메시지 중심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근거·출처 함께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신뢰 확보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한계도 솔직하게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정직한 보고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보고서 및 발표자료 — AI Agent 이론 및 수행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AI 에이전트를 활용해 보고서와 발표자료를 빠르게 만들고 다듬는다.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보고서 및 발표자료 — AI Agent 이론 및 수행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6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AI로 자료를 만드나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보고서·발표의 핵심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AI로 자료 만드는 워크플로우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효과적인 프롬프트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산출물 검증·다듬기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71500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9224" y="5833872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" y="583387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16152" y="571500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보고서·발표자료 제작(실습)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에이전트로 산출물 만들기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보고서·발표 슬라이드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빠른 초안·반복 수정 — 시간 절약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원칙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초안은 AI, 판단·검증은 사람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기본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좋은 보고서·발표의 핵심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하나의 핵심 메시지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무엇을 남길 것인가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구조: 문제→접근→결과→의미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스토리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근거·출처로 뒷받침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워크플로우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AI로 자료 만드는 흐름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자료·근거 정리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결과·출처 입력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초안 생성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보고서/슬라이드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검토·수정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사실·톤·구조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완성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최종 다듬기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사람이 방향을 주고, AI가 초안을 빠르게 만든다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프롬프트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효과적인 프롬프트 — 보고서/슬라이드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맥락 제공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주제·청중·목적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형식 지정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분량·구조·톤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첨부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결과·근거를 함께 전달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산출물 검증·다듬기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사실·출처 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환각 점검 — 필수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논리·구조 점검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메시지가 분명한가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톤·표현 다듬기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팀의 목소리로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초안 ≠ 최종본 — 반드시 검토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Agent로 보고서·발표자료 제작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실습 단계 (placeholder)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결과·근거 정리해 입력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보고서 초안 생성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 슬라이드 초안 생성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검토·수정·확정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발표 슬라이드 + 보고서 초안
(템플릿 placeholder)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프로젝트 발표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팀별로 발표하고, 서로 피드백하며 과정을 마무리한다.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프로젝트 발표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2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 진행·피드백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과정 회고 및 향후 계획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진행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발표 &amp; 피드백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팀별 발표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시간·순서 placeholder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상호 피드백 / Q&amp;A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무엇을 배웠나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강사 총평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[ placeholder — 강사 보강 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과정 회고 및 향후 계획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배운 것 돌아보기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 → 에이전트 → 도구 → 프로젝트 → 발표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현업·연구에 어떻게 적용할까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각자의 다음 프로젝트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계속 배우기 위한 자원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placeholder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수료를 축하합니다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버퍼로 미완 부분을 보완해 발표 가능한 상태로 만든다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에이전트로 보고서·발표자료를 빠르게 만들되, 검증은 사람이 한다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전체 과정: LLM 원리에서 출발해 구현·실행·발표까지 완성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수료 · GRADUATION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수고하셨습니다. 이제 각자의 문제에 AI 에이전트를 적용할 차례입니다.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