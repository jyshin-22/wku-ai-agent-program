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가설 제안서·발표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가설 제안서·발표자료를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제안서·발표자료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핵심 가설 확정 (에이전트는 Day 4 완주)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가설 제안서·발표자료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가설 제안·발표를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가설 추가·rationale 보강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(선택)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가설(제안) 1개 정하기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버퍼는 팀별 진척에 맞게 유연하게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가설 제안 확정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가설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발표/제안서 준비 시작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가설 제안 + 분석 노트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가설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가설(제안) 1~2개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rationale·근거 함께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제안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가설 제안서와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(가설)제안·발표의 핵심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제안서·발표자료 제작(실습)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제안서·발표 슬라이드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(가설)제안·발표의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가설(메시지)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제안하는가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문제(gap)→가설→근거(rationale)→의미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가설·rationale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제안서/슬라이드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가설 제안서·발표자료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가설·rationale·근거 정리해 입력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 초안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가설 제안서 초안
제안서 양식: examples/research-agent/output/report-template.md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4팀 · 팀당 10분 + Q&amp;A 3분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잘한 점 · 배운 점 · 다음 단계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문서 · Anthropic 가이드 · oh-my-claudecode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가설 제안서·발표자료를 빠르게 만들되, 검증은 사람이 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가설 생성 에이전트로 새 가설을 제안하기까지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