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3  ·  수요일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실생활 미니 프로젝트 + 리서치 이론·팀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도구를 실제 문제에 적용하고, 리서치 프로세스를 이해한 뒤 팀과 주제를 정한다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기획 (개인)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개발 (개인)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리서치 프로세스·쟁점 + 팀 구성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미니 프로젝트 기획 (개인)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문제 정의·범위·산출물 설계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미니 프로젝트 개발 (개인)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바이브코딩으로 직접 구현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프로세스(기존·agentic) + 쟁점 + 팀·주제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 vs 선별 토론 + 팀·주제·corpus 확정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Agent 기반 실생활 미니 프로젝트 — 기획 (개인)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작고 실용적인 개인 프로젝트를 선정하고, 구현 전에 설계한다.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실생활 미니 프로젝트 — 기획 (개인)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5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기획이 먼저인가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미니 프로젝트의 조건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문제를 한 문장으로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 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기획서 작성(실습)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왜 기획이 먼저인가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방향 없는 구현은 헤맨다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기획이 절반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범위를 좁혀야 끝낼 수 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세션 안에 결과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'완성'의 정의를 먼저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산출물 합의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선정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미니 프로젝트 고르기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작고 명확하게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짧은 시간에 결과가 보이는 범위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실생활 문제에서 출발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후보 예시 placeholder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도구로 실현 가능한가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현실성 점검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문제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문제를 한 문장으로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누구의 어떤 불편인가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문제 진술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지금 풀 가치가 있나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 불편이 크거나 자주 생기나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성공하면 무엇이 달라지나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전·후 차이를 한 줄로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기획 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기획 시 정할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문제 / 사용자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해결할 문제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누가 쓰나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 맥락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범위 / 산출물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할 것 / 안 할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필요한 도구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형태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마감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개인 프로젝트 기획서 작성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 한 문장 정의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사용자·성공기준 적기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 정하기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 형태 결정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한 장짜리 기획서
템플릿: examples/mini-project/project-plan-template.md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Agent 기반 실생활 미니 프로젝트 — 개발 (개인)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기획을 바이브코딩으로 구현하며 도구 사용에 익숙해진다.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실생활 미니 프로젝트 — 개발 (개인)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3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진행 원칙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개발 실습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회고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진행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바이브코딩으로 만들기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의도를 명확히 전달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좋은 프롬프트 = 좋은 결과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작은 단위로 반복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만들고 → 확인하고 → 고치고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검증을 습관화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동작을 눈으로 확인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개인 프로젝트 개발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기획서 기반으로 시작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기능 단위로 구현 요청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실행·검증·수정 반복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정리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동작하는 미니 프로젝트
(완성 시 1분 데모)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주요 학습 내용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도구의 강점과 한계 체감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단계로의 교훈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에이전트로 확장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세션 연결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리서치 프로세스(기존·agentic) + 쟁점 토론 + 팀·주제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기존 연구 프로세스와 그 agentic 버전·핵심 쟁점을 함께 본 뒤, 팀과 리서치 주제를 정한다.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프로세스(기존·agentic) + 쟁점 토론 + 팀·주제 설정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7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기존 연구 프로세스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agentic 프로세스 5개 질문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쟁점: 생성 vs 선별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쟁점 정리·권고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프로젝트 형식 + 3세션 스코프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 파이프라인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구성·주제·기획(실습)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연구 프로세스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기존 연구 프로세스 (사람)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분야 파악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전체를 훑기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관심 좁히기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세부 주제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문헌 선별·검증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선별 → 비판적 읽기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수립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gap·보완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우선순위·검증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높은 것부터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현실은 선형이 아니라 반복 — '재현'은 비싸서 보통 '검증'에 가깝다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agentic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각 단계를 agent로 — 5개 질문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분야 파악 / ② 논문 선별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맵·taxonomy 만들기 / funnel 랭킹(다양성 포함)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③ 논문 학습 / ④ 가설 생성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구조화 추출·모순 그래프 / gap·조합 기반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⑤ 가설 우선순위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스코어링·랭킹 (impact × plausibility ÷ 비용)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 단계들이 곧 리서치 에이전트가 다루는 부분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핵심 쟁점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가설: '다수 생성' vs '선별'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다수 생성 (breadth)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가용 데이터/도구로 제약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테스트로 거르기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다양성↑ · LLM 판단 의존↓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사전 선별 (selection)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비싼 테스트 전에 추리기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판단에 의존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위양성↓ · 놓칠 위험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쟁점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테스트가 싸지면 무게중심이 이동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agent의 강점/약점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생성·싼 테스트 throughput ↑ / 새 가설 품질 판단은 약함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제약된 다수 생성 → 싼 경험적 필터 → 비싼 검증은 소수만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다중검정 위양성 · 싼 테스트는 proxy (특히 wet-lab/임상)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토론: 우리 주제에선 어디에 무게를 둘까?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프로젝트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프로젝트 형식 + 3세션 스코프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팀별 '풀 리서치 에이전트' 구현 (자기 관심 주제)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스코프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corpus 기반 · 질문→검색→검증→종합→보고 · Day 4 안에 완주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핵심 질문에 답하는 1~2장 인용 보고서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에이전트 파이프라인 (만들 것)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핵심 질문·분해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로컬 corpus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출처·교차확인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종합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근거→답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인용 보고서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Day 4에 이 흐름을 직접 구현·실행한다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 구성 &amp; 주제·기획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편성·역할 분담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관심 주제 확정 + 핵심 질문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자료(corpus) 확보 계획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기획서 작성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 기획서
(주제 · 핵심질문 · corpus · 산출물 · 스코프)
예: 신약/바이오 리서치 등
템플릿: examples/research-agent/research-plan-template.md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= 분야→문헌→가설→검증의 반복 루프, agent로 각 단계를 도울 수 있다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가설: 테스트가 싸지면 '제약된 다수 생성 + 싼 필터'가 유리 — 단 proxy·위양성 주의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팀·주제·핵심 질문·corpus 계획 확정 — Day 4에 풀 에이전트(스코프) 구현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다음 과정 — Day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확정한 주제로 corpus 기반 리서치 에이전트를 Day 4 3세션 안에 구현·실행·분석합니다.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