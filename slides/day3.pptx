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16 / 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8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agent로 옮길 때 4가지 보정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5개 질문(①~⑤ 상세)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권고·단계적 선별·신약 유의점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적용 토론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형식·파이프라인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구성·기획(실습)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연구 과정은 한 방향으로 진행되지 않고 반복적이며, 비용이 큰 '재현'보다 주장과 근거를 점검하는 '검증'에 가깝다.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보정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agent로 옮길 때 — 4가지 보정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선형 → 반복 루프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가설·검증 결과가 '어떤 문헌이 중요한가'를 다시 바꾼다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'재현' → '검증'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 재현은 비용상 어려움 → 주장·근거 점검, 가정·한계 식별로 재정의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'질문 정의'와 'gap 분석'을 명시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연구의 단위는 분야가 아니라 질문이며, 가설의 최대 원천은 문헌 간 모순·공백이다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feasibility를 1급 제약으로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테스트 가능한 가설만 생성하도록 처음부터 제약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골격은 타당하되, agent로 자동화하려면 이 네 가지를 반드시 보정해야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어떻게 파악할 것인가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347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논문 선별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논문을 어떻게 고를 것인가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35584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735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657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깊이 이해할 것인가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7822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959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④ 가설 도출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799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개선·새 가설을 어떻게 만들 것인가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80060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183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023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무엇부터 검증할 것인가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다섯 단계가 리서치 에이전트가 자동화하려는 대상이며, 이제 하나씩 살펴본다.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분야 파악 — 전부 읽지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리뷰 논문과 대표(landmark) 논문에서 시작 — 분야가 스스로 압축해 둔 지도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기존 지식을 뼈대로 삼되, 검색(RAG)으로 최신성과 사실을 교정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하위 분야 지도(taxonomy) · 핵심 쟁점 · 개념·인용 관계도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멈추는 시점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새로운 정보가 거의 나오지 않는 지점(saturation)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목표는 분야를 전부 아는 것이 아니라, 미해결 지점과 모순을 찾는 것이다.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선별 — 무엇을 기준으로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필요한가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필요하다 — 단 사람은 '읽을 시간', 에이전트는 '신호 품질'이 병목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절차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넓게 수집 → 초록으로 1차 선별 → 순위화 → 상위 + 모순·예외 논문만 정독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 적합도와 다양성(반대 견해 포함)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수는 하나의 참고 지표일 뿐 — 시간이 지나야 쌓이고 편향이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유망 논문만 좁히기보다 모순·예외를 일부러 남겨 가설의 단서를 확보한다.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학습 — 읽기가 아니라 구조화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틀(schema)로 핵심 정보를 추출 — 문제·방법·데이터·주장·근거·가정·한계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교차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 간 지지·반박 관계, 방법의 계보, 상충 지점을 연결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가치는 개별 논문이 아니라 '관계 구조'에 있으며, 그 안에서 gap이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정규화된 비교가 가능해야 문헌 간 공백과 모순이 보인다.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④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도출 — 구조에서 가설로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'창의적으로'가 아니라 '이 구조적 단서에서' 만든다 — 검증 가능·환각 감소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 / 조합·전이 / 가정 완화 / 규모 확장 / 실패 원인 보완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가설에 어느 gap·논문에서 나왔는지 출처를 부착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주요 생성 방식을 하나씩 살펴본다.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생성 방식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모순·공백에서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두 논문의 주장이 충돌하는 지점 — '왜 다른가'가 가설이 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있으나 근거·재현이 약한 지점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다뤄지지 않은 지점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A약물이 한 연구에선 유효, 다른 연구에선 무효 → '특정 유전형에서만 유효할 것이다'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간 모순은 가장 비옥한 가설의 원천이다.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생성 방식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조합·전이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서로 다른 논문의 아이디어를 결합해 새 가설을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 분야에서 검증된 방법·지표를 B 문제에 적용한다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연결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4의 MOOSE-Chem 영감(inspiration) 방식과 동일한 발상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질환에서 검증된 바이오마커를 다른 질환의 조기 진단에 적용하면?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비용이 낮으면서도 새로움이 큰 가설을 얻기 좋은 방식이다.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생성 방식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가정 완화·규모·실패 보완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가정 완화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논문이 전제한 가정·한계를 풀면 어떻게 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규모·집단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소규모·특정 집단의 결과를 더 크거나 다른 집단으로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원인 보완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보고된 한계·실패(예: 독성)를 회피하도록 설계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성인 대상 결과를 노인의 약물동태(PK) 차이를 고려해 재검증하면?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연구의 경계와 실패 지점이 새로운 질문을 만든다.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가설의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가설을 평범한 추측과 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'~한 조건에서 ~할 것이다'라는 한 문장으로 표현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부착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어느 gap·논문에서 나왔는지 출처 태그를 단다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방지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없는 가설은 제외 — 반드시 구조적 단서에 기반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가능성과 근거 추적성이 좋은 가설의 핵심 조건이다.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⑤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우선순위 — 무엇을 먼저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가설을 많이 만들었다면, 무엇을 먼저 검증할지 정해야 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점수 공식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기대 영향(impact) × 타당성(plausibility) ÷ 테스트 비용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게이트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 가능성(feasibility)과 새로움이 낮으면 제외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평가 기준과 그 한계를 살펴본다.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평가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무엇으로 점수를 매기나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기대 영향(impact)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맞다면 분야에 얼마나 중요한가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타당성(plausibility)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근거에 비추어 그럴듯한가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테스트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검증에 드는 시간·자원 — 낮을수록 우선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연구된 것은 아닌지 문헌과 대조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영향과 타당성은 높고 비용은 낮은 가설을 상위로 올린다.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랭킹의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순위 판단을 그대로 믿지 말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 가설의 순위 판단은 LLM이 불안정하고, 그럴듯한 쪽으로 치우친다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 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번·여러 관점으로 평가해 합의(ensemble)를 본다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 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 판단보다 비용이 낮은 경험적 사전 점검을 우선한다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 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단일 최선이 아니라 후보군(portfolio)을 유지한다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자체가 불확실하므로, 미리 하나로 좁히지 않고 후보군으로 대비한다.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'다수 생성 + 싼 필터'에 무게를 두나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최약점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 가설의 품질을 미리(a priori) 판단하는 일 — 환각·과신이 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현실에 근거한 싼 테스트로 거르는 편이 '똑똑한 선별'보다 신뢰할 만하다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enabler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제약 → 싼 테스트를 실제 가능케 하고 탐색 공간을 묶는다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테스트 비용이 싸지는 조건에서는 무게중심이 '생성' 쪽으로 이동한다.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생성에서 검증까지 — 단계적 선별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넓게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중복·불가능만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경험적 선별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실측으로 추리기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소수만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모델의 판단이 아니라 비용이 낮은 실측으로 수행하며, 유망 가설을 미리 단정하지 않는다.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유의점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유의점 — 특히 신약 분야에서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다중검정 위양성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많이 테스트하면 우연한 '성공'이 늘어남 → hold-out·재현·통계 보정 필요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테스트는 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in-silico·문헌은 진짜 결과의 대리물 — 대리지표만 좋아지는 Goodhart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신약·임상은 단계적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검증(결합·동물·임상)은 agent로도 안 싸짐 → 싼 in-silico로 넓게 → 좁히고 → 비싼 실측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 분야에서 'agent가 싸게 하는 것'은 in-silico·문헌 단계임을 분명히 인식해야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토론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우리 팀 주제에 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무게를?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생성(많이) vs 선별(미리 추리기) — 팀 분야에선?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테스트가 가능한가?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우리 데이터·도구로 가설을 어떻게 빠르게 거를까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제약 조건은?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데이터·도구 범위로 가설을 묶을까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정답을 정하기보다, 팀 분야의 조건에 비추어 전략을 선택하는 토론이다.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앞서 살펴본 agentic 5단계와 동일한 흐름이며, 4일차에 직접 구현하고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