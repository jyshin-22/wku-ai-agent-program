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  ·  수요일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실생활 미니 프로젝트 + 리서치 이론·팀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도구를 실제 문제에 적용하고, 리서치 프로세스를 이해한 뒤 팀과 주제를 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기획 (개인)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개발 (개인)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리서치 프로세스·쟁점 + 팀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기획 (개인)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정의·범위·산출물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개발 (개인)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바이브코딩으로 직접 구현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+ 팀·주제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 vs 선별 토론 + 팀·주제·corpus 확정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작고 실용적인 개인 프로젝트를 선정하고, 구현 전에 설계한다.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기획이 먼저인가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미니 프로젝트의 조건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문제를 한 문장으로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작성(실습)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기획이 먼저인가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 없는 구현은 헤맨다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기획이 절반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범위를 좁혀야 끝낼 수 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세션 안에 결과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'완성'의 정의를 먼저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산출물 합의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미니 프로젝트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작고 명확하게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짧은 시간에 결과가 보이는 범위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실생활 문제에서 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예: 가계부 요약 · 일정 정리 · 자료 검색 도우미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도구로 실현 가능한가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현실성 점검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문제를 한 문장으로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누구의 어떤 불편인가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진술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지금 풀 가치가 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 불편이 크거나 자주 생기나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성공하면 무엇이 달라지나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전·후 차이를 한 줄로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기획 시 정할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문제 / 사용자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해결할 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누가 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 맥락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범위 / 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할 것 / 안 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필요한 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형태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마감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기획서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 한 문장 정의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사용자·성공기준 적기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정하기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한 장짜리 기획서
템플릿: examples/mini-project/project-plan-template.md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기획을 바이브코딩으로 구현하며 도구 사용에 익숙해진다.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진행 원칙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개발 실습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회고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바이브코딩으로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의도를 명확히 전달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프롬프트 = 좋은 결과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작은 단위로 반복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→ 확인하고 → 고치고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동작을 눈으로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개발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기반으로 시작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기능 단위로 구현 요청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실행·검증·수정 반복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정리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미니 프로젝트
(완성 시 1분 데모)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주요 학습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도구의 강점과 한계 체감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단계로의 교훈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에이전트로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세션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기존 연구 프로세스와 그 agentic 버전·핵심 쟁점을 함께 본 뒤, 팀과 리서치 주제를 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8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연구 프로세스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agent로 옮길 때 4가지 보정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agentic 5개 질문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쟁점: 생성 vs 선별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권고·funnel·신약 주의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적용 토론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프로젝트 형식·파이프라인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구성·기획(실습)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연구 프로세스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기존 연구 프로세스 (사람)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분야 파악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전체를 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좁히기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세부 주제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문헌 선별·검증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선별 → 비판적 읽기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수립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gap·보완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우선순위·검증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높은 것부터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연구 과정은 한 방향으로 진행되지 않고 반복적이며, 비용이 큰 '재현'보다 주장과 근거를 점검하는 '검증'에 가깝다.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보정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agent로 옮길 때 — 4가지 보정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선형 → 반복 루프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가설·검증 결과가 '어떤 문헌이 중요한가'를 다시 바꾼다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'재현' → '검증'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 재현은 비용상 어려움 → 주장·근거 점검, 가정·한계 식별로 재정의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'질문 정의'와 'gap 분석'을 명시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연구의 단위는 분야가 아니라 질문이며, 가설의 최대 원천은 문헌 간 모순·공백이다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feasibility를 1급 제약으로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가용 데이터·도구로 테스트 가능한 가설만 생성하도록 처음부터 제약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골격은 타당하되, agent로 자동화하려면 이 네 가지를 반드시 보정해야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각 단계를 agent로 — 5개 질문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분야 파악 / ② 논문 선별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맵·taxonomy 만들기 / funnel 랭킹(다양성 포함)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논문 학습 / ④ 가설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추출·모순 그래프 / gap·조합 기반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⑤ 가설 우선순위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스코어링·랭킹 (impact × plausibility ÷ 비용)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단계들이 바로 리서치 에이전트가 자동화하고자 하는 대상이다.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핵심 쟁점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가설: '다수 생성' vs '선별'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다수 생성 (breadth)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테스트로 거르기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다양성↑ · LLM 판단 의존↓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사전 선별 (selection)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테스트 전에 추리기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판단에 의존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위양성↓ · 놓칠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권고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'다수 생성 + 싼 필터'에 무게를 두나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최약점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새 가설의 품질을 미리(a priori) 판단하는 일 — 환각·과신이 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그래서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현실에 근거한 싼 테스트로 거르는 편이 '똑똑한 선별'보다 신뢰할 만하다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enabler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가용 데이터·도구로 제약 → 싼 테스트를 실제 가능케 하고 탐색 공간을 묶는다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테스트 비용이 싸지는 조건에서는 무게중심이 '생성' 쪽으로 이동한다.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생성에서 검증까지 — 깔때기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넓게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제약된 다수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최소 prune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중복·불가능만 제거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경험적 스크린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 선별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검증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소수만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선별은 LLM의 취향이 아니라 싼 실측으로 한다 — winner를 미리 고르지 않는다.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함정 — 특히 신약 분야에서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다중검정 위양성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많이 테스트하면 우연한 '성공'이 늘어남 → hold-out·재현·통계 보정 필요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테스트는 proxy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in-silico·문헌은 진짜 결과의 대리물 — 대리지표만 좋아지는 Goodhart 주의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신약·임상은 단계적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최종 검증(결합·동물·임상)은 agent로도 안 싸짐 → 싼 in-silico로 넓게 → 좁히고 → 비싼 실측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신약 분야에서 'agent가 싸게 하는 것'은 in-silico·문헌 단계임을 분명히 인식해야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토론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우리 팀 주제에 적용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무게를?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생성(많이) vs 선별(미리 추리기) — 팀 분야에선?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테스트가 가능한가?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우리 데이터·도구로 가설을 어떻게 빠르게 거를까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제약 조건은?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어떤 데이터·도구 범위로 가설을 묶을까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정답을 정하기보다, 팀 분야의 조건에 비추어 전략을 선택하는 토론이다.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프로젝트 형식 + 3세션 스코프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자기 관심 분야에서 'rationale 갖춘 새 가설'을 발견·제안하는 에이전트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스코프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corpus 기반 · 자료파악→gap발견→가설생성→평가·제안 · Day 4 안에 완주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 갖춘 새 연구 가설 제안서 (Q&amp;A 보고서 아님)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파이프라인 (만들 것)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주제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관심 분야·발견 목표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로컬 corpus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모순·공백·미검증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gap·조합 기반 다수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앞서 살펴본 agentic 5단계와 동일한 흐름이며, 4일차에 직접 구현하고 실행한다.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구성 &amp; 분야·기획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편성·역할 분담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분야 + 발견 목표(무엇을 제안하고 싶나)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자료(corpus) 확보 계획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기획서 작성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기획서
(분야 · 발견 목표 · corpus · 산출물=가설 제안 · 스코프)
예: 신약/바이오 리서치 등
템플릿: examples/research-agent/research-plan-template.md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우리 목표 = corpus의 gap에서 'rationale 갖춘 새 가설'을 발견·제안 (질문 답변이 아님)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가설: 테스트가 싸지면 '제약된 다수 생성 + 싼 필터'가 유리 — 단 proxy·위양성 주의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팀·분야·발견 목표·corpus 계획 확정 — Day 4에 가설 생성 에이전트 구현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다음 과정 — Day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확정한 분야로 corpus 기반 가설 생성 에이전트를 Day 4 3세션 안에 구현·실행해 새 가설을 제안합니다.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