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API란 무엇인가 (바이브코딩에서 만난 개념)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현대 에이전트 공학(하네스·루프·컨텍스트)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질문(①~⑤ 상세)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권고·단계적 선별·신약 유의점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API란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프로그램끼리 대화하는 '창구'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Application Programming Interface — 한 프로그램이 다른 프로그램의 기능·데이터를 요청하는 정해진 창구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식당의 메뉴판·주문대 — 주방(내부)을 몰라도 정해진 방식으로 주문하면 결과가 나온다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내부 구현은 감춰지고, '무엇을 어떻게 요청하는지'라는 약속만 공개된다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생소했나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바이브코딩이 만든 코드가 외부 서비스(PubMed·LLM 등)를 이 창구로 불러 썼기 때문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API는 남이 만든 기능을 내 코드에서 빌려 쓰기 위한 표준화된 약속이다.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요청 → 응답, 그리고 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요청(request)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'무엇을 달라'를 정해진 형식으로 보낸다 — 예: '이 검색어로 논문 20편'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응답(response)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상대 서버가 결과를 정해진 형식(주로 JSON)으로 돌려준다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API 키(key)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'누가 요청하는지' 식별하는 비밀번호 — 사용량·권한 관리에 쓰인다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collect_pubmed.py가 PubMed에 검색을 요청하고 논문 목록을 받아온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대부분의 API는 '요청을 보내면 정해진 형식으로 응답이 온다'는 단순한 구조다.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우리 수업에서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API를 어디서 만나나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API로 검색어에 맞는 논문을 자동으로 가져온다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같은 모델도 API로 호출된다 — 앱·스크립트가 모델에 요청을 보낸다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도구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어제 배운 '도구'의 상당수가 실은 외부 API 호출이다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키는 비밀번호처럼 다뤄 노출하지 않는다 — 코드·공개 저장소에 넣지 않기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API는 에이전트가 바깥 세계(데이터·모델·서비스)와 연결되는 통로이며, 우리 실습 곳곳에서 쓰인다.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무게중심 이동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'모델 다음'을 설계하는가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향상의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호출을 더 똑똑하게 만드는 여지는 점점 줄어든다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작업은 한 번에 끝나지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일에는 도구 사용·여러 단계·검증이 필요하다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레버리지의 이동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성능은 이제 모델 자체보다 '모델을 둘러싼 설계'에서 갈린다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모델이라도 Claude Code처럼 도구·반복을 갖춘 환경에서 훨씬 큰 일을 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한 줄을 잘 쓰는 단계를 넘어, 모델이 일하는 환경 전체를 설계하는 단계로 이동했다.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패러다임의 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프롬프트에서 하네스·루프로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질문을 잘 쓰는 일 — 복잡한 작업에는 부족하다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 엔지니어링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한정된 맥락 창에 '무엇을 넣을지' 설계 — 검색·요약·메모리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하네스 엔지니어링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도구·파일·환경·권한 등 모델 주변 골격을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루프 엔지니어링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관찰→사고→행동 반복 구조 자체를 설계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네 가지는 서로 대체하지 않고 누적된다 — 뒤로 갈수록 모델 '바깥'을 더 많이 설계한다.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하네스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모델을 '에이전트'로 만드는 골격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행동하도록 감싸는 도구·환경·권한의 집합 (harness=마구)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검색·파일 읽기/쓰기·코드 실행·하위 에이전트 등 행동 수단을 연결한다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 자체는 그대로여도, 무엇을 줄 수 있느냐가 할 수 있는 일의 범위를 정한다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= LLM에 터미널·파일·실행 도구를 붙인 하네스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배운 'LLM + 도구 + 반복 = 에이전트'에서 '도구'를 설계하는 일이 하네스 엔지니어링이다.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루프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반복·검증 구조의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관찰→사고→행동을 한 번이 아니라 여러 번 돌리는 구조를 설계한다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행동의 결과를 다시 관찰해 다음 행동을 정하고, 언제 멈출지(stop) 기준을 둔다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반복에 '스스로 점검'을 넣어 오류를 다음 단계에서 교정한다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고치고 → 실행해 보고 → 실패하면 다시 고치는 자동 반복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완벽한 답을 기대하지 않고, 반복과 자기 점검으로 품질을 끌어올리는 것이 핵심이다.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컨텍스트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한정된 맥락 창의 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한 번에 보는 맥락(context window)은 유한하다 — 무엇을 넣을지 고른다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필요한 자료만 검색(RAG)해 넣고, 길어지면 요약·압축하며, 메모리 파일로 핵심을 유지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맥락이 정확·간결할수록 환각이 줄고 일관성이 올라간다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CLAUDE.md에 프로젝트 규칙을 적어 매번 같은 맥락을 주입한다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넣느냐만큼 '무엇을 빼느냐'도 설계의 일부다.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리서치 에이전트도 하네스·루프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하네스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수집·파일 정리·평가 등 행동 수단을 갖춘다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루프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자료파악→gap→가설생성→평가를 반복하며 다듬는다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논문을 같은 틀로 구조화해 핵심만 맥락에 올린다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이제 볼 '연구 프로세스'는 이 세 가지를 연구에 맞게 설계하는 일이다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다음에 다룰 리서치 프로세스는 추상적 이론이 아니라, 방금 본 현대 에이전트 공학을 연구에 적용하는 구체적 설계다.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어떻게 파악할 것인가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논문 선별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논문을 어떻게 고를 것인가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깊이 이해할 것인가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④ 가설 도출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개선·새 가설을 어떻게 만들 것인가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무엇부터 검증할 것인가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다섯 단계가 리서치 에이전트가 자동화하려는 대상이며, 이제 하나씩 살펴본다.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분야 파악 — 전부 읽지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리뷰 논문과 대표(landmark) 논문에서 시작 — 분야가 스스로 압축해 둔 지도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기존 지식을 뼈대로 삼되, 검색(RAG)으로 최신성과 사실을 교정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하위 분야 지도(taxonomy) · 핵심 쟁점 · 개념·인용 관계도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멈추는 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새로운 정보가 거의 나오지 않는 지점(saturation)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목표는 분야를 전부 아는 것이 아니라, 미해결 지점과 모순을 찾는 것이다.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선별 — 무엇을 기준으로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필요한가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필요하다 — 단 사람은 '읽을 시간', 에이전트는 '신호 품질'이 병목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넓게 수집 → 초록으로 1차 선별 → 순위화 → 상위 + 모순·예외 논문만 정독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적합도와 다양성(반대 견해 포함)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수는 하나의 참고 지표일 뿐 — 시간이 지나야 쌓이고 편향이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유망 논문만 좁히기보다 모순·예외를 일부러 남겨 가설의 단서를 확보한다.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학습 — 읽기가 아니라 구조화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틀(schema)로 핵심 정보를 추출 — 문제·방법·데이터·주장·근거·가정·한계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 간 지지·반박 관계, 방법의 계보, 상충 지점을 연결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가치는 개별 논문이 아니라 '관계 구조'에 있으며, 그 안에서 gap이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정규화된 비교가 가능해야 문헌 간 공백과 모순이 보인다.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④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도출 — 구조에서 가설로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'창의적으로'가 아니라 '이 구조적 단서에서' 만든다 — 검증 가능·환각 감소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/ 규모 확장 / 실패 원인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가설에 어느 gap·논문에서 나왔는지 출처를 부착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주요 생성 방식을 하나씩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모순·공백에서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두 논문의 주장이 충돌하는 지점 — '왜 다른가'가 가설이 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있으나 근거·재현이 약한 지점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다뤄지지 않은 지점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A약물이 한 연구에선 유효, 다른 연구에선 무효 → '특정 유전형에서만 유효할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간 모순은 가장 비옥한 가설의 원천이다.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조합·전이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서로 다른 논문의 아이디어를 결합해 새 가설을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 분야에서 검증된 방법·지표를 B 문제에 적용한다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4의 MOOSE-Chem 영감(inspiration) 방식과 동일한 발상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질환에서 검증된 바이오마커를 다른 질환의 조기 진단에 적용하면?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비용이 낮으면서도 새로움이 큰 가설을 얻기 좋은 방식이다.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가정 완화·규모·실패 보완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가정 완화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논문이 전제한 가정·한계를 풀면 어떻게 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규모·집단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소규모·특정 집단의 결과를 더 크거나 다른 집단으로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원인 보완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보고된 한계·실패(예: 독성)를 회피하도록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성인 대상 결과를 노인의 약물동태(PK) 차이를 고려해 재검증하면?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연구의 경계와 실패 지점이 새로운 질문을 만든다.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가설의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가설을 평범한 추측과 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'~한 조건에서 ~할 것이다'라는 한 문장으로 표현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부착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어느 gap·논문에서 나왔는지 출처 태그를 단다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방지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없는 가설은 제외 — 반드시 구조적 단서에 기반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가능성과 근거 추적성이 좋은 가설의 핵심 조건이다.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⑤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우선순위 — 무엇을 먼저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가설을 많이 만들었다면, 무엇을 먼저 검증할지 정해야 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점수 공식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기대 영향(impact) × 타당성(plausibility) ÷ 테스트 비용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게이트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 가능성(feasibility)과 새로움이 낮으면 제외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평가 기준과 그 한계를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평가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무엇으로 점수를 매기나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기대 영향(impact)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맞다면 분야에 얼마나 중요한가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타당성(plausibility)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근거에 비추어 그럴듯한가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검증에 드는 시간·자원 — 낮을수록 우선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연구된 것은 아닌지 문헌과 대조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영향과 타당성은 높고 비용은 낮은 가설을 상위로 올린다.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랭킹의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순위 판단을 그대로 믿지 말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순위 판단은 LLM이 불안정하고, 그럴듯한 쪽으로 치우친다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번·여러 관점으로 평가해 합의(ensemble)를 본다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 판단보다 비용이 낮은 경험적 사전 점검을 우선한다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단일 최선이 아니라 후보군(portfolio)을 유지한다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자체가 불확실하므로, 미리 하나로 좁히지 않고 후보군으로 대비한다.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단계적 선별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선별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실측으로 추리기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모델의 판단이 아니라 비용이 낮은 실측으로 수행하며, 유망 가설을 미리 단정하지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유의점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유의점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44 / 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45 / 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46 / 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47 / 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48 / 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49 /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