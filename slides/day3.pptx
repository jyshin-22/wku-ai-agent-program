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8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agent로 옮길 때 4가지 보정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5개 질문(①~⑤ 상세)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권고·단계적 선별·신약 유의점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적용 토론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형식·파이프라인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구성·기획(실습)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연구 과정은 한 방향으로 진행되지 않고 반복적이며, 비용이 큰 '재현'보다 주장과 근거를 점검하는 '검증'에 가깝다.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보정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agent로 옮길 때 — 4가지 보정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선형 → 반복 루프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가설·검증 결과가 '어떤 문헌이 중요한가'를 다시 바꾼다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'재현' → '검증'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 재현은 비용상 어려움 → 주장·근거 점검, 가정·한계 식별로 재정의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'질문 정의'와 'gap 분석'을 명시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연구의 단위는 분야가 아니라 질문이며, 가설의 최대 원천은 문헌 간 모순·공백이다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feasibility를 1급 제약으로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테스트 가능한 가설만 생성하도록 처음부터 제약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골격은 타당하되, agent로 자동화하려면 이 네 가지를 반드시 보정해야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어떻게 파악할 것인가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347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논문 선별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논문을 어떻게 고를 것인가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5584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657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깊이 이해할 것인가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78224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959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④ 가설 도출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799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개선·새 가설을 어떻게 만들 것인가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80060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18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023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무엇부터 검증할 것인가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다섯 단계가 리서치 에이전트가 자동화하려는 대상이며, 이제 하나씩 살펴본다.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분야 파악 — 전부 읽지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출발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리뷰 논문과 대표(landmark) 논문에서 시작 — 분야가 스스로 압축해 둔 지도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기존 지식을 뼈대로 삼되, 검색(RAG)으로 최신성과 사실을 교정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하위 분야 지도(taxonomy) · 핵심 쟁점 · 개념·인용 관계도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멈추는 시점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새로운 정보가 거의 나오지 않는 지점(saturation)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목표는 분야를 전부 아는 것이 아니라, 미해결 지점과 모순을 찾는 것이다.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선별 — 무엇을 기준으로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필요한가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필요하다 — 단 사람은 '읽을 시간', 에이전트는 '신호 품질'이 병목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넓게 수집 → 초록으로 1차 선별 → 순위화 → 상위 + 모순·예외 논문만 정독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 적합도와 다양성(반대 견해 포함)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인용 수는 하나의 참고 지표일 뿐 — 시간이 지나야 쌓이고 편향이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유망 논문만 좁히기보다 모순·예외를 일부러 남겨 가설의 단서를 확보한다.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학습 — 읽기가 아니라 구조화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틀(schema)로 핵심 정보를 추출 — 문제·방법·데이터·주장·근거·가정·한계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교차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 간 지지·반박 관계, 방법의 계보, 상충 지점을 연결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가치는 개별 논문이 아니라 '관계 구조'에 있으며, 그 안에서 gap이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정규화된 비교가 가능해야 문헌 간 공백과 모순이 보인다.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도출 — 구조에서 가설로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 / 조합·전이 / 가정 완화 / 규모 확장 / 실패 원인 보완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가설에 '어느 gap·논문에서 나왔는지' 출처를 부착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'창의적으로'는 환각을 부르지만, '이 모순에서'는 검증 가능한 가설이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구조적 단서에서 출발하면 가설이 다양해지고 환각이 줄어든다.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단계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우선순위 — 무엇을 먼저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점수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기대 영향(impact) × 타당성(plausibility) ÷ 테스트 비용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게이트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검증 가능성(feasibility)과 새로움(기존 연구와의 중복 여부)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순위 판단은 불안정 → 여러 번 평가하거나 싼 사전 점검·후보군 유지로 보정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단일 최선보다 후보군을 유지하여 불확실성에 대비한다.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'다수 생성 + 싼 필터'에 무게를 두나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최약점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품질을 미리(a priori) 판단하는 일 — 환각·과신이 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현실에 근거한 싼 테스트로 거르는 편이 '똑똑한 선별'보다 신뢰할 만하다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enabler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제약 → 싼 테스트를 실제 가능케 하고 탐색 공간을 묶는다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비용이 싸지는 조건에서는 무게중심이 '생성' 쪽으로 이동한다.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선별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생성에서 검증까지 — 단계적 선별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넓게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중복·불가능만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경험적 선별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실측으로 추리기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소수만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모델의 판단이 아니라 비용이 낮은 실측으로 수행하며, 유망 가설을 미리 단정하지 않는다.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유의점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유의점 — 특히 신약 분야에서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다중검정 위양성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많이 테스트하면 우연한 '성공'이 늘어남 → hold-out·재현·통계 보정 필요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테스트는 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in-silico·문헌은 진짜 결과의 대리물 — 대리지표만 좋아지는 Goodhart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신약·임상은 단계적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검증(결합·동물·임상)은 agent로도 안 싸짐 → 싼 in-silico로 넓게 → 좁히고 → 비싼 실측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분야에서 'agent가 싸게 하는 것'은 in-silico·문헌 단계임을 분명히 인식해야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토론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우리 팀 주제에 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무게를?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생성(많이) vs 선별(미리 추리기) — 팀 분야에선?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테스트가 가능한가?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우리 데이터·도구로 가설을 어떻게 빠르게 거를까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제약 조건은?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데이터·도구 범위로 가설을 묶을까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정답을 정하기보다, 팀 분야의 조건에 비추어 전략을 선택하는 토론이다.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앞서 살펴본 agentic 5단계와 동일한 흐름이며, 4일차에 직접 구현하고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