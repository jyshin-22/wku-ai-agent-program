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프로세스 5개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쟁점 정리·권고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 + 3세션 스코프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파이프라인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구성·주제·기획(실습)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현실은 선형이 아니라 반복 — '재현'은 비싸서 보통 '검증'에 가깝다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 / ② 논문 선별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맵·taxonomy 만들기 / funnel 랭킹(다양성 포함)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 / ④ 가설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추출·모순 그래프 / gap·조합 기반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스코어링·랭킹 (impact × plausibility ÷ 비용)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단계들이 곧 리서치 에이전트가 다루는 부분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쟁점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테스트가 싸지면 무게중심이 이동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agent의 강점/약점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생성·싼 테스트 throughput ↑ / 새 가설 품질 판단은 약함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 생성 → 싼 경험적 필터 → 비싼 검증은 소수만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다중검정 위양성 · 싼 테스트는 proxy (특히 wet-lab/임상)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토론: 우리 주제에선 어디에 무게를 둘까?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자기 관심 분야에서 'rationale 갖춘 새 가설'을 발견·제안하는 에이전트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자료파악→gap발견→가설생성→평가·제안 · Day 4 안에 완주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갖춘 새 연구 가설 제안서 (Q&amp;A 보고서 아님)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관심 분야·발견 목표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모순·공백·미검증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기반 다수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5단계와 동일 — Day 4에 직접 구현·실행한다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분야·기획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분야 + 발견 목표(무엇을 제안하고 싶나)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(분야 · 발견 목표 · corpus · 산출물=가설 제안 · 스코프)
예: 신약/바이오 리서치 등
템플릿: examples/research-agent/research-plan-template.md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목표 = corpus의 gap에서 'rationale 갖춘 새 가설'을 발견·제안 (질문 답변이 아님)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팀·분야·발견 목표·corpus 계획 확정 — Day 4에 가설 생성 에이전트 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분야로 corpus 기반 가설 생성 에이전트를 Day 4 3세션 안에 구현·실행해 새 가설을 제안합니다.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