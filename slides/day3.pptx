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3  ·  수요일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실생활 미니 프로젝트 + 리서치 이론·팀 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도구를 실제 문제에 적용하고, 리서치 프로세스를 이해한 뒤 팀과 주제를 정한다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미니 프로젝트 기획 (개인)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미니 프로젝트 개발 (개인)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리서치 프로세스 이론 + 팀 구성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0952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미니 프로젝트 기획 (개인)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문제 정의·범위·산출물 설계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미니 프로젝트 개발 (개인)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바이브코딩으로 직접 구현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리서치 프로세스 이론 + 팀 구성·주제 설정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검색·검증·종합 + 팀/주제 확정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Agent 기반 실생활 미니 프로젝트 — 기획 (개인)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작고 실용적인 개인 프로젝트를 선정하고, 구현 전에 설계한다.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실생활 미니 프로젝트 — 기획 (개인)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5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기획이 먼저인가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좋은 미니 프로젝트의 조건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문제를 한 문장으로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기획 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기획서 작성(실습)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왜 기획이 먼저인가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방향 없는 구현은 헤맨다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기획이 절반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범위를 좁혀야 끝낼 수 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세션 안에 결과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'완성'의 정의를 먼저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산출물 합의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선정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좋은 미니 프로젝트 고르기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작고 명확하게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짧은 시간에 결과가 보이는 범위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실생활 문제에서 출발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후보 예시 placeholder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도구로 실현 가능한가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현실성 점검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문제 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문제를 한 문장으로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누구의 어떤 불편인가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문제 진술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지금 풀 가치가 있나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[ placeholder — 강사 보강 ]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성공하면 무엇이 달라지나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[ placeholder 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기획 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기획 시 정할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문제 / 사용자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해결할 문제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누가 쓰나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성공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사용 맥락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범위 / 산출물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할 것 / 안 할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필요한 도구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 형태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마감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개인 프로젝트 기획서 작성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실습 단계 (placeholder)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문제 한 문장 정의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사용자·성공기준 적기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범위 정하기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산출물 형태 결정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한 장짜리 기획서
(템플릿 placeholder)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Agent 기반 실생활 미니 프로젝트 — 개발 (개인)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기획을 바이브코딩으로 구현하며 도구 사용에 익숙해진다.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실생활 미니 프로젝트 — 개발 (개인)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3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진행 원칙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개발 실습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회고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진행 방식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바이브코딩으로 만들기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의도를 명확히 전달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좋은 프롬프트 = 좋은 결과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작은 단위로 반복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만들고 → 확인하고 → 고치고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검증을 습관화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동작을 눈으로 확인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개인 프로젝트 개발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실습 단계 (placeholder)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기획서 기반으로 시작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기능 단위로 구현 요청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실행·검증·수정 반복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 정리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동작하는 미니 프로젝트
(데모 placeholder)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주요 학습 내용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도구의 강점과 한계 체감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단계로의 교훈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에이전트로 확장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세션 연결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에이전트 기반 리서치 프로세스 이론 + 팀 구성·주제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리서치 에이전트의 내부 구조를 이해하고, 팀과 리서치 주제를 확정한다.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 기반 리서치 프로세스 이론 + 팀 구성·주제 설정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10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 다시 보기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전체 아키텍처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검색(Search)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 전략 — 넓게·병렬로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4974336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검증(Verify) — 환각 방지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교차검증과 출처관리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종합(Synthesize)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좋은 리서치 에이전트의 조건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64224" y="4297680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64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31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오케스트레이션과 반복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7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364224" y="4974336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64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31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구성 &amp; 주제 설정(실습)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복습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리서치 에이전트, 다시 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질문→검색→검증→종합→보고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Day 2 개괄의 확장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강력한가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사람보다 넓게·빠르게 탐색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목표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각 단계 이해 + 팀 주제 확정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리서치 에이전트 전체 구조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11155680" cy="33832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15468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［ 도식 / 다이어그램 placeholder 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44068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설명: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질문 분해 → 다중 검색 → 검증/교차확인 → 종합 → 보고서 생성의 흐름 (placeholder)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단계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검색 (Search)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어디서 정보를 모으나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웹·문헌·DB (placeholder)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질문 분해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큰 질문을 작은 질의로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수집 결과 정리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원본·출처 보관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단계 ①+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검색 전략 — 넓게·병렬로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다중 소스 탐색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출처에 의존하지 않기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병렬 검색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여러 각도에서 동시에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커버리지 점검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빠진 관점 찾기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단계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검증 (Verify) — 환각을 막는다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출처 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주장마다 근거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신뢰도 평가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출처의 질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핵심인가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 환각 대응의 핵심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단계 ②+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교차검증과 출처관리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여러 출처로 교차확인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상충 정보 식별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출처 추적성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어디서 왔는지 기록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재현성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같은 조건 → 같은 결과 지향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단계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종합 (Synthesize) — 근거를 답으로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수집·검증된 근거 통합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흩어진 정보를 하나로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구조화된 결과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질문에 답하는 형태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한계·불확실성 명시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모르는 것은 모른다고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좋은 리서치 에이전트의 조건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품질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출처 추적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교차 검증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재현성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불확실성 표기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구조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질문 분해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병렬화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반복 루프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 평가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오케스트레이션과 반복 루프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작업 분해·조율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여러 단계·도구의 조합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반복(iteration)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부족하면 다시 검색·검증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멈춤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언제 충분한가 (placeholder)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 구성 &amp; 주제 설정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실습 단계 (placeholder)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편성·역할 분담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주제 후보 brainstorming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주제 1개 확정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질문·범위 기획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팀별 리서치 기획서
(주제 · 핵심질문 · 산출물)
예: 신약/바이오 리서치 등 (placeholder)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명확하고 구체적인 산출물 정의가 기획의 핵심이다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 = 검색 + 검증 + 종합</a:t>
            </a:r>
          </a:p>
        </p:txBody>
      </p:sp>
      <p:sp>
        <p:nvSpPr>
          <p:cNvPr id="14" name="Oval 13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팀·주제·핵심 질문 확정 — 내일 구현 준비 완료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다음 과정 — Day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확정한 팀 주제로 리서치 AI Agent를 기획·구현하고, 실행해 결과를 분석합니다.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