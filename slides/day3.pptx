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프로세스 5개 질문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쟁점 정리·권고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 + 3세션 스코프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파이프라인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구성·주제·기획(실습)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현실은 선형이 아니라 반복 — '재현'은 비싸서 보통 '검증'에 가깝다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곧 리서치 에이전트가 다루는 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쟁점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테스트가 싸지면 무게중심이 이동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agent의 강점/약점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생성·싼 테스트 throughput ↑ / 새 가설 품질 판단은 약함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 생성 → 싼 경험적 필터 → 비싼 검증은 소수만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다중검정 위양성 · 싼 테스트는 proxy (특히 wet-lab/임상)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토론: 우리 주제에선 어디에 무게를 둘까?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5단계와 동일 — Day 4에 직접 구현·실행한다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