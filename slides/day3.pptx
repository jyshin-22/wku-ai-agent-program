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8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권고·단계적 선별·신약 유의점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바로 리서치 에이전트가 자동화하고자 하는 대상이다.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단계적 선별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선별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실측으로 추리기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모델의 판단이 아니라 비용이 낮은 실측으로 수행하며, 유망 가설을 미리 단정하지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유의점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유의점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