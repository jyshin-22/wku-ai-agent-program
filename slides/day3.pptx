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파이프라인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팀별 '풀 리서치 에이전트' 구현 (자기 관심 주제)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질문→검색→검증→종합→보고 · Day 4 안에 완주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질문에 답하는 1~2장 인용 보고서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질문·분해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근거→답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4에 이 흐름을 직접 구현·실행한다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주제·기획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주제 확정 + 핵심 질문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(주제 · 핵심질문 · corpus · 산출물 · 스코프)
예: 신약/바이오 리서치 등
템플릿: examples/research-agent/research-plan-template.md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= 분야→문헌→가설→검증의 반복 루프, agent로 각 단계를 도울 수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팀·주제·핵심 질문·corpus 계획 확정 — Day 4에 풀 에이전트(스코프)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주제로 corpus 기반 리서치 에이전트를 Day 4 3세션 안에 구현·실행·분석합니다.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