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초기의 통계 기반 모델에서 신경망을 거쳐 Transformer로 도약한 흐름이며, 이어지는 슬라이드에서 각 단계를 차례로 살펴본다.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학습할 '임베딩' 개념이 바로 이 시기에서 출발한다.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현재의 GPT와 Claude를 비롯한 주요 모델은 모두 이 Transformer 구조 위에 만들어져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핵심 개념인 '사전학습'이 이 시기에 자리 잡았다.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능력을 갖춘 사전학습과 지시를 따르게 하는 정렬이 결합되어 대중화가 이루어진 시점이다.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오늘날 우리가 사용하는 모델들이 바로 이 단계에 해당한다.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의미를 이해하는 것이 아니라 통계적으로 '다음 토큰'을 예측한다는 점을 기억해야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 예측하여 반복적으로 생성하는 방식(autoregressive)이며,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직접 해보기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platform.openai.com/tokenizer — 문장을 넣어 토큰이 어떻게 쪼개지는지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입력의 길이와 비용을 결정하며, 한글은 영어보다 더 많은 토큰을 사용한다.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다루는 것은 사실이 아니라 '그럴듯함'이며, 이것이 환각이 발생하는 근본 원인이다.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동일한 질문에도 매번 다른 답이 나오는 이유가 바로 이 확률적 선택에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따라서 출력이 길어질수록 중간 점검과 검증이 더욱 중요해진다.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학습이 이루어진 시점과 데이터의 편향이 모델의 한계로 그대로 남는다.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능력이 같더라도 정렬 과정이 '지시를 따르는 능력'을 만들어 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'답 평가 모델'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정렬의 세 단계를 차례로 살펴본다.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답을 평가하는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순위를 매김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학습해 답에 점수를 주는 '보상 모델'을 따로 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없으니, 답을 자동으로 평가하는 모델이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자원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vs 정렬 — 무엇이 얼마나 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사전학습 (지능)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데이터: 약 15.6조 토큰 (Llama 3.1, 공개)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컴퓨팅: H100 16,000여 개 · 3.8e25 FLOPs (공개)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비용: 약 $78M~191M, 2023 최전선 (추정)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GPT-4: '1억 달러 이상' (Altman, 2023)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정렬 (행동)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데이터: 시연 약 1.3만 건 (InstructGPT, 공개)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인력: 훈련된 계약직 약 40명 (InstructGPT)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컴퓨팅: 사전학습의 약 1~2%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Llama 2: 사람 선호 비교 약 140만 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지능은 막대한 컴퓨팅·데이터(수천만~수억 달러)로 얻는 반면, 바람직한 행동은 비교적 적은 양의 정교한 사람 판단으로 형성된다. (GPT-4·Gemini 수치는 제3자 추정치)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갱신되므로 강의 시점을 기준으로 다시 확인하는 것이 좋다.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임베딩은 키워드의 일치가 아니라 '의미'의 유사성으로 자료를 찾는다.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결합해 환각을 줄이고 최신성을 높이는 방식이며,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임베딩이 바로 이 검색 단계에서 활용된다.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근거에 기반해 답하는 이 방식이 리서치 에이전트의 핵심 패턴이다.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모델이라도 프롬프트의 구성이 출력의 품질을 좌우한다.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세 가지 기법을 하나씩 살펴본다.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Claude는 최대 100만 토큰(책 여러 권 분량)을 처리하여 긴 문서나 코드를 통째로 분석할 수 있으나, 입력이 길수록 중간 내용을 놓칠 수 있음에 유의해야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그럴듯함은 사실과 다르므로, 중요한 내용은 반드시 출처로 교차확인해야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참고로 2026년 6월 기준 100만 토큰당 가격은 Opus가 입력 5달러·출력 25달러, Sonnet이 3·15달러, Haiku가 1·5달러이며, 가격은 변동될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임베딩과 RAG가 리서치 에이전트의 토대가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