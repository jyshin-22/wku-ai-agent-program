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무엇인가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토큰화·예측·생성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 ① 사전학습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 ② 정렬(alignment)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— 같은 모델, 다른 출력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프롬프트가 동작을 바꾼다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컨텍스트 윈도우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/ 환각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 '무엇을' 하는지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 예측이라는 단순한 원리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'어떻게' 동작을 바꾸는지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프롬프트와 컨텍스트로 출력을 제어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한계를 구분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환각·최신성 등 실무에서 주의할 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생성한다 (autoregressive)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~전문가' + 배경 → 답의 톤·깊이 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 2~3개 → 형식이 안정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→ 복잡한 추론 정확도↑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연동·교차검증 → 리서치 에이전트의 존재 이유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+ 도구 + 반복 = 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검색·실행·파일 접근을 루프로 — 목표를 수행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정의는 여기서 출발한다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프롬프트와 컨텍스트가 출력을 좌우한다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강력하지만 환각 등 한계가 있다 → 에이전트가 필요한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실습 도구 Claude Code를 설치·설정합니다.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