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 통계(n-gram) → 신경망 → Transformer로 도약 — 이제 각 단계를 하나씩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배울 '임베딩'의 출발점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지금의 GPT·Claude 모두 이 구조 위에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'사전학습'이라는 오늘의 핵심 개념이 자리잡음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능력(사전학습)과 말귀(정렬)가 합쳐진 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우리가 쓰는 모델들이 여기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의미를 아는 게 아니라 통계로 '다음 토큰'을 맞히는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 (autoregressive) — 이제 각 단계를 하나씩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길이·비용 — 한글이 더 많이 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아는 건 사실이 아니라 '그럴듯함' — 환각의 뿌리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질문에 매번 다른 답이 나오는 이유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 긴 출력은 중간 점검·검증이 중요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 시점·편향이 그대로 한계로 남는다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능력은 같아도 정렬이 '지시 이행'을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'점수기'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점수기로 좋은 답 쪽으로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이제 각 단계를 하나씩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'좋은 답' 점수기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흉내내는 '점수 매기는 모델'을 따로 학습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 자동 채점기를 만든다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바뀜 — 강의 주에 재확인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붙여 환각↓·최신성↑ — 이제 각 단계를 하나씩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1 임베딩이 여기서 쓰인다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핵심 패턴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모델도 프롬프트가 출력을 좌우한다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이제 각 기법을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 최대 1M 토큰(≈책 여러 권) — 긴 문서·코드 통째 분석 (단 lost in the middle 주의)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 ≠ 사실 — 중요한 내용은 반드시 교차확인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 가격(~2026.6, 1M토큰 입력/출력): Opus $5/$25 · Sonnet $3/$15 · Haiku $1/$5 (변동)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