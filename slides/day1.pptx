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'커피를 마시면 잠이 ___' 다음에 올 토큰을 확률로 고른다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비유: 거대한 빈칸 채우기를 수십억 번 — 그 과정에서 지식이 '딸려' 학습된다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사전학습=박학다식 / 정렬=지시 잘 따르는 조수로 길들이기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리서치 에이전트의 핵심 패턴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비교: '코딩 도와줘' vs 'CSV 항목별 합계 코드 만들고 실행·확인해줘'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긴 문서를 통째로 넣기보다, 검색으로 필요한 부분만 → RAG의 이유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특히 출처·인용·수치를 지어낼 때 위험 — 반드시 교차확인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Opus(최상) · Sonnet(균형) · Haiku(빠름) (placeholder)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