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'커피를 마시면 잠이 ___' 다음에 올 토큰을 확률로 고른다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생성한다 (autoregressive)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비유: 거대한 빈칸 채우기를 수십억 번 — 그 과정에서 지식이 '딸려' 학습된다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InstructGPT(2022) — 정렬한 1.3B 답을 175B GPT-3보다 사람이 선호(~71%)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DeepSeek-R1(2025·오픈)·OpenAI o1→o3 — AIME 78%→96.7% (벤치마크는 빠르게 바뀜)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키워드가 아니라 '의미'로 찾는다 · 사례: Etsy·Spotify 검색/추천이 임베딩 기반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OpenEvidence — 동료심사 문헌(NEJM·JAMA) 기반 의사용 Q&amp;A (약학 RAG 예)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비교: '코딩 도와줘' vs 'CSV 항목별 합계 코드 만들고 실행·확인해줘'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~전문가' + 배경 → 답의 톤·깊이 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 2~3개 → 형식이 안정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→ 복잡한 추론 정확도↑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GPT-3(2020) — 예시 몇 개(few-shot)만으로 번역·Q&amp;A 수행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 최대 1M 토큰(≈책 여러 권) — 긴 문서·코드 통째 분석 (단 lost in the middle 주의)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사례: 변호사가 ChatGPT 가짜 판례 인용→벌금(Mata v. Avianca, 2023) · 에어캐나다 챗봇이 없는 환불정책 지어내 배상(2024)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 가격(~2026.6, 1M토큰 입력/출력): Opus $5/$25 · Sonnet $3/$15 · Haiku $1/$5 (변동)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임베딩·RAG가 리서치 에이전트의 토대다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