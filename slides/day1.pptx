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생성한다 (autoregressive)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키워드가 아니라 '의미'로 찾는다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붙여 환각↓·최신성↑ — 리서치 에이전트의 핵심 패턴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~전문가' + 배경 → 답의 톤·깊이 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 2~3개 → 형식이 안정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→ 복잡한 추론 정확도↑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Opus(최상) · Sonnet(균형) · Haiku(빠름) (placeholder)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임베딩·RAG가 리서치 에이전트의 토대다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