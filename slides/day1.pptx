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 /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초기의 통계 기반 모델에서 신경망을 거쳐 Transformer로 도약한 흐름이며, 이어지는 슬라이드에서 각 단계를 차례로 살펴본다.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학습할 '임베딩' 개념이 바로 이 시기에서 출발한다.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현재의 GPT와 Claude를 비롯한 주요 모델은 모두 이 Transformer 구조 위에 만들어져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핵심 개념인 '사전학습'이 이 시기에 자리 잡았다.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능력을 갖춘 사전학습과 지시를 따르게 하는 정렬이 결합되어 대중화가 이루어진 시점이다.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오늘날 우리가 사용하는 모델들이 바로 이 단계에 해당한다.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다음에 올 토큰을 확률로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의미를 이해하는 것이 아니라 통계적으로 '다음 토큰'을 예측한다는 점을 기억해야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 예측하여 반복적으로 생성하는 방식(autoregressive)이며,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'AI에이전트' → 여러 토큰으로 쪼개짐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 수가 곧 입력의 길이와 비용을 결정하며, 한글은 영어보다 더 많은 토큰을 사용한다.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다루는 것은 사실이 아니라 '그럴듯함'이며, 이것이 환각이 발생하는 근본 원인이다.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동일한 질문에도 매번 다른 답이 나오는 이유가 바로 이 확률적 선택에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따라서 출력이 길어질수록 중간 점검과 검증이 더욱 중요해진다.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거대한 빈칸 채우기를 수십억 번 — 그 과정에서 지식이 '딸려' 학습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학습이 이루어진 시점과 데이터의 편향이 모델의 한계로 그대로 남는다.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InstructGPT(2022) — 정렬한 1.3B 답을 175B GPT-3보다 사람이 선호(~71%)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능력이 같더라도 정렬 과정이 '지시를 따르는 능력'을 만들어 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3단계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정렬은 어떻게 하나 (RLHF)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미세조정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보상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 선호로 '답 평가 모델' 학습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강화학습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높은 답 쪽으로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정렬의 세 단계를 차례로 살펴본다.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SFT — 지시 따라 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'지시 → 좋은 응답' 예시를 모아 모델을 미세조정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'말 잇기'가 아니라 '대답'을 하게 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모범답안을 따라 쓰며 배우는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보상 모델 — 답을 평가하는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질문에 여러 답을 만들고, 사람이 좋은 순서로 순위를 매김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 선호를 학습해 답에 점수를 주는 '보상 모델'을 따로 만든다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매번 평가할 수 없으니, 답을 자동으로 평가하는 모델이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강화학습 — 점수 높은 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높아지도록 본 모델을 조금씩 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유용·안전·지시 이행이 강화됨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과하면 아부하거나 뻔한 답만 — 균형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DeepSeek-R1(2025·오픈)·OpenAI o1→o3 — AIME 78%→96.7%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벤치마크 수치는 빠르게 갱신되므로 강의 시점을 기준으로 다시 확인하는 것이 좋다.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Etsy·Spotify 검색/추천이 임베딩 기반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임베딩은 키워드의 일치가 아니라 '의미'의 유사성으로 자료를 찾는다.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결합해 환각을 줄이고 최신성을 높이는 방식이며,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질문 — 무엇을 묻나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사용자의 질문이 출발점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필요시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질문이면 검색 가능한 작은 질의로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'무슨 근거를 찾아야 하나'를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— 관련 문서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질문을 임베딩해 '의미가 가까운' 문서를 검색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문서 폴더·DB·웹 등 (이번 프로젝트는 로컬 corpus)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문단 몇 개 + 출처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임베딩이 바로 이 검색 단계에서 활용된다.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주입 — 근거를 프롬프트에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문단을 프롬프트 안에 같이 넣어줌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'기억'이 아니라 '눈앞의 근거'로 답하게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너무 많이 넣으면 컨텍스트 한계·비용↑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— 근거 기반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주입된 근거를 바탕으로 답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출처를 함께 제시 → 검증 가능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환각↓ · 최신·전문 정보 반영↑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OpenEvidence — 동료심사 문헌(NEJM·JAMA) 기반 의사용 Q&amp;A (약학 RAG)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근거에 기반해 답하는 이 방식이 리서치 에이전트의 핵심 패턴이다.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 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'코딩 도와줘' vs 'CSV 항목별 합계 코드 만들고 실행·확인해줘'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모델이라도 프롬프트의 구성이 출력의 품질을 좌우한다.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 — 3가지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누가·무엇을·왜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예를 보여주기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단계별로 생각하게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GPT-3(2020) — 예시 몇 개(few-shot)만으로 번역·Q&amp;A 수행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세 가지 기법을 하나씩 살펴본다.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역할·맥락 부여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약학 전문가야' + 상황·목적·대상 독자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답의 톤·깊이·용어 수준이 맞춰짐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'비전공자에게 설명하듯' vs '전문가용으로'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예시 제공 (few-shot)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입력→출력 예를 2~3개 보여준 뒤 본 작업 요청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형식·스타일이 안정 (말로 설명하기 어려운 형식에 특히)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표 형식 예시 2개 → 새 데이터도 같은 표로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단계적 사고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/ '근거를 먼저 정리한 뒤 답해줘'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추론·계산의 정확도↑ (생각을 펼치게)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굳이 — 길어지고 느려짐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Claude는 최대 100만 토큰(책 여러 권 분량)을 처리하여 긴 문서나 코드를 통째로 분석할 수 있으나, 입력이 길수록 중간 내용을 놓칠 수 있음에 유의해야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변호사가 ChatGPT 가짜 판례 인용→벌금(Mata v. Avianca, 2023) · 에어캐나다 챗봇이 없는 환불정책 지어내 배상(2024)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그럴듯함은 사실과 다르므로, 중요한 내용은 반드시 출처로 교차확인해야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참고로 2026년 6월 기준 100만 토큰당 가격은 Opus가 입력 5달러·출력 25달러, Sonnet이 3·15달러, Haiku가 1·5달러이며, 가격은 변동될 수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학습한 임베딩과 RAG가 리서치 에이전트의 토대가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