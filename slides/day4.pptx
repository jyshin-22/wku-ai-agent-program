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  ·  목요일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기획·구현·실행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분야에서 가설 생성 에이전트를 구현·실행해 rationale 갖춘 새 가설을 제안한다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기획 및 논문 수집 (팀)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파악 &amp; gap 발견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가설 생성 &amp; 평가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53528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기획 및 논문 수집 (팀)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발표·피드백 → PubMed로 논문 corpus 수집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(1) — 자료 파악 &amp; gap 발견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구조화 정리 → 모순·공백 추출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 및 결과 분석 (2) — 가설 생성 &amp;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gap에서 다수 생성 → 평가·우선순위 → 제안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팀 발표·강사 피드백으로 방향을 확정하고, Claude Code로 PubMed에서 논문 corpus를 수집한다.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기획 및 논문 수집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5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발표 + 강사 피드백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진행 순서 (파이프라인)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PubMed에서 논문 수집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 실습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수집할 때 꼭 확인할 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발표+피드백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발표 → 강사 피드백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팀별 짧은 발표 (~2분)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분야 · 발견 목표 · 왜 가치 있나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강사 직접 피드백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스코프 적정? · 발견 목표 명확? · 어떤 논문을 모을까?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피드백대로 조정 후 수집 시작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방향을 확정하고 — 오늘은 '재료(논문)'부터 모은다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진행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만들 것 — 가설 생성 파이프라인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→ corpus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구조화 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모순·공백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평가·제안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rationale·우선순위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오전=수집 · 오후1=자료파악·gap · 오후2=가설생성·평가 (한 세션 한 단계)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논문 수집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PubMed에서 논문 모으기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어디서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PubMed — 의학·약학 논문 DB (무료 E-utilities API, 키 불필요)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어떻게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Code에 '검색어로 초록·메타데이터를 papers/ 폴더에 저장' 요청 (바이브코딩)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제목·저자·연도·초록·PMID — 약 20~30편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 예: (관심 키워드) AND (review[필터] 또는 최근 N년)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 수집 실습 (Claude Code · PubMed)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검색어 정의 (분야→키워드)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수집 스크립트 작성·요청 (PubMed API)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 → papers/ 에 ~20–30편 저장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2~3편 링크로 실제 논문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papers/ 폴더 = 팀 corpus (초록·메타데이터)
참고: examples/research-agent/sources 형식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수집할 때 꼭 확인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실제 논문인가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★ Claude가 지어낸 가짜 논문 주의 — PMID·링크로 확인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관련성 있나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검색어가 너무 넓/좁지 않은지 — 필요시 조정·재수집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규모 적당한가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20~30편 — gap 찾기엔 충분, 다루기엔 부담 적음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 품질이 이후 가설 품질을 좌우한다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수집한 논문을 같은 틀로 정리해 지도를 만들고, 모순·공백(gap)을 찾는다.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자료 파악 &amp; gap 발견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4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— 구조화 정리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gap·모순 발견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자료 파악 &amp; gap 실습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단계 안내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오늘 오후1 — 자료 파악 → gap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수집한 논문에서 '빈틈(gap)'을 찾는다 — 가설의 원천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방법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먼저 같은 틀로 정리(파악) → 그래야 비교가 되고 gap이 보임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산출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gap 목록 (각 gap에 근거 논문)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자료 파악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논문을 같은 틀로 정리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'읽기'가 아니라 정규화 — 비교 가능해야 gap이 드러남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뽑나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각 논문: 핵심 주장 · 방법 · 근거 · 한계 · 결론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합의된 것 vs 논쟁 중인 것 지도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예: 논문마다 동일 표로 → 주장이 엇갈리는 행이 한눈에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gap 발견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어디서 gap을 찾나 — 3가지 유형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모순/충돌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논문 A와 B의 주장이 다름 (예: 6h vs 7–9h)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미검증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주장은 있는데 근거·재현이 약함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빠진 관점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특정 집단·조건·조합이 안 다뤄짐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 '어느 논문에서 나왔나' 근거를 반드시 표기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자료 파악 &amp; gap 발견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papers/ 전체 구조화 추출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합의 vs 논쟁 지도 작성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 후보 추출(유형별)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 근거 표기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자료 지도 + gap 목록 (근거 포함)
규칙: examples/research-agent/CLAUDE.md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gap에서 가설을 다수 생성하고, 근거·새로움·타당성으로 평가해 제안을 확정한다.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팀별 리서치 AI Agent — 가설 생성 &amp; 평가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4 파트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평가 기준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 (다수)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평가·우선순위 (생성 vs 선별)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생성·평가 실습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좋은 가설의 4가지 기준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근거·rationale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 gap·논문에 기반했나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새로움·중요성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이미 알려진 게 아니고 풀 가치 있나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타당성·feasibility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그럴듯한가 · 검증 방법이 있나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기준이 곧 '제안할 가설'을 고르는 잣대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가설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gap에서 가설 다수 만들기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각 gap에서 여러 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하나가 아니라 6~10개 — breadth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가능한 형태로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'~한 조건에서 ~할 것이다' (한 문장)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태그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어느 gap·논문에서 나왔는지 표기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예: '단시간 수면자는 특정 유전형에서 인지저하가 덜할 것이다'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평가·우선순위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 → 선별 (강의 쟁점 적용)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생성 (breadth)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많이·다양하게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데이터/도구로 제약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이미 있는 건 제외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선별 (우선순위)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근거·새로움·중요성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가능성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상위 1~2개 추리기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제안 전 마지막 점검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근거 있나?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막연한 상상 아닌, gap·출처 기반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새로운가?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기존 논문에 이미 있는 건 아닌지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아이디어 있나?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어떻게 확인할지 한 줄이라도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약하면 되돌아가 재생성·보강 (iteration)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가설 생성·평가 → 제안 확정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gap에서 가설 다수 생성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기준별 평가·점수·랭킹</a:t>
            </a:r>
          </a:p>
        </p:txBody>
      </p:sp>
      <p:sp>
        <p:nvSpPr>
          <p:cNvPr id="17" name="Oval 16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우선순위 1~2개 + rationale 보강</a:t>
            </a:r>
          </a:p>
        </p:txBody>
      </p:sp>
      <p:sp>
        <p:nvSpPr>
          <p:cNvPr id="20" name="Oval 19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 제안 확정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최종 가설 제안 + 분석 노트
에이전트 완주! 양식: output/report-template.md · 분석: result-analysis-template.md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AI 에이전트와 응용  ·  원광대학교 5일 교육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0" y="641908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F59E0B"/>
                </a:solidFill>
                <a:latin typeface="NanumGothic"/>
                <a:ea typeface="NanumGothic"/>
                <a:cs typeface="NanumGothic"/>
              </a:rPr>
              <a:t>Day 4 · 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논문 수집(PubMed) → 자료파악 → gap → 가설생성 → 평가 순으로 3세션 안에 완주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corpus는 실제 논문이어야 — 수집 결과는 PMID·링크로 검증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가설은 gap에서 다수 생성 → 근거·새로움·타당성으로 평가·제안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다음 과정 — Day 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버퍼로 마무리하고, AI 에이전트로 가설 제안서·발표자료를 만들어 팀별로 발표합니다.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