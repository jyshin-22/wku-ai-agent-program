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리서치 에이전트를 설계·구현하고, 실행하며 결과를 분석한다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구현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구현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설계를 코드로 — MVP에서 검증·확장까지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1차 실행·반복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평가·개선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Day 3에서 정한 팀 주제를 바탕으로 리서치 에이전트를 설계하고 구현한다.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 설계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 단계 개요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동작(MVP) 원칙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흐름·검색 연결(실습)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검증·확장(실습)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에이전트 설계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주제·핵심 질문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기획서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데이터 소스·도구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어디서 검색하나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보고서/요약 (placeholder)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단계에서 할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검색·검증·종합 흐름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아키텍처를 코드로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도구·MCP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데이터 소스 붙이기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작게 시작해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최소 기능부터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최소 동작부터 (MVP)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단순한 흐름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질문→검색→요약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 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검증·병렬화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중간 산출물 자주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방향 점검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① — 기본 흐름 &amp; 검색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흐름 구성(질문→검색→요약)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검색/도구 연결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MVP 1회 동작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소규모 테스트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리서치 에이전트 MVP
(구성도 placeholder)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② — 검증 &amp;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로직 추가(출처·교차확인)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병렬/다중 검색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 품질 개선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검증·확장된 리서치 에이전트 v1
(구성도 placeholder)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1차 실행하고, 결과를 관찰하며 반복 개선한다.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실행·반복 개선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실행(실습)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결과 점검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&amp; 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질문으로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주제 투입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관찰 → 프롬프트·구조 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iteration 루프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분석의 재료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실행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주제로 1차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출력 점검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파라미터·프롬프트 조정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1차 실행 로그 + 결과물
(placeholder)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결과 빠른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내용은?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(2)세션으로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평가 기준으로 결과를 분석하고, 개선 방향을 도출해 재실행한다.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 / 누락·편향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품질 vs 개선 방향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재실행·분석(실습)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결과를 평가한다는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좋다/나쁘다를 근거로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감이 아니라 기준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볼 것인가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정확성·완전성·재현성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개선으로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재실행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정확성·출처 / 누락·편향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주장에 근거가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확인·신뢰도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관점·편향은 없나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불확실성은 표기됐나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한계 명시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품질 점검 vs 개선 방향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품질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누락·편향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개선 방향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보완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강화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확대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재실행 &amp; 결과 분석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항목 반영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강점/약점 표 정리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항목 도출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결과 분석 노트(강점·약점·개선점)
(placeholder)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설계를 MVP → 검증·확장 순으로 구현한다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실행은 한 번이 아니라 반복(iteration)이다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결과는 근거를 갖고 평가 — 강점·약점·개선점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실행·분석을 마무리하고, AI 에이전트로 보고서·발표자료를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