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주제로 리서치 에이전트를 설계·구현하고, 실행하며 결과를 분석한다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구현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구현 (팀)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설계를 코드로 — MVP에서 검증·확장까지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1차 실행·반복 개선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평가·개선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Day 3에서 정한 팀 주제를 바탕으로 리서치 에이전트를 설계하고 구현한다.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3세션 스코프 — 무엇을 만드나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에이전트 설계 정리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동작(MVP) 원칙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구현① 기본 흐름·검색(corpus)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구현② 검증·종합·보고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3세션 안에 만들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 → 검색(로컬 corpus) → 검증 → 종합 → 인용 보고서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— 오픈 웹 크롤링·벡터DB 불필요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완주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끝 = 핵심 질문에 답하는 1~2장 인용 보고서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작게 만들고 키운다 — 욕심내지 말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에이전트 설계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주제·핵심 질문 재확인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기획서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문서 폴더에서 검색하나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보고서 구조 합의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최소 동작부터 (MVP)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단순한 흐름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 → 검색 → 요약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확인 후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검증·인용 추가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중간 산출물 자주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방향 점검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① — 기본 흐름 &amp; 검색(로컬 corpus)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흐름(질문→검색→요약)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폴더 검색 연결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MVP 1회 동작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소규모 테스트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리서치 에이전트 MVP
(구성도 placeholder)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② — 검증 &amp; 종합·보고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로직(출처·교차확인)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 → 인용 보고서 생성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상충·불확실성 표기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구성도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검증·인용 보고서까지 되는 에이전트 v1
(구성도 placeholder)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주제로 1차 실행하고, 결과를 관찰하며 반복 개선한다.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실행·반복 개선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실행(실습)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결과 점검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&amp; 반복 개선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질문으로 구동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 주제 투입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관찰 → 프롬프트·구조 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iteration 루프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분석의 재료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실행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주제로 1차 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출력 점검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파라미터·프롬프트 조정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 &amp; 비교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1차 실행 로그 + 결과물
(placeholder)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결과 빠른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내용은?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커버리지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 개선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(2)세션으로 연결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평가 기준으로 결과를 분석하고, 개선 방향을 도출해 재실행한다.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평가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 / 누락·편향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품질 vs 개선 방향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재실행·분석(실습)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관점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결과를 평가한다는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좋다/나쁘다를 근거로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감이 아니라 기준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볼 것인가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정확성·완전성·재현성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개선으로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재실행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정확성·출처 / 누락·편향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주장에 근거가 있는가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확인·신뢰도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관점·편향은 없나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커버리지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불확실성은 표기됐나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한계 명시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품질 점검 vs 개선 방향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품질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누락·편향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개선 방향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보완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강화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출처 확대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재실행 &amp; 결과 분석 → 최종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 항목 반영·재실행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강점/약점·한계 표 정리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후보 결과 선별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최종 결과 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결과물 + 분석 노트(강점·약점·개선점)
에이전트 완주! (placeholder)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에이전트를 MVP → 검증·종합(인용 보고서) 순으로 3세션 안에 완주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실행은 한 번이 아니라 반복(iteration)이다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결과는 근거를 갖고 평가 — 강점·약점·개선점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실행·분석을 마무리하고, AI 에이전트로 보고서·발표자료를 만들어 팀별로 발표합니다.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