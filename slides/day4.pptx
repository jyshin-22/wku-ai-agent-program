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분야에서 가설 생성 에이전트를 구현·실행해 rationale 갖춘 새 가설을 제안한다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구현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및 결과 분석 (1)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및 결과 분석 (2)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구현 (팀)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자료파악→gap→가설생성→평가 파이프라인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실행 및 결과 분석 (1)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1차 실행→가설 후보·반복 개선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실행 및 결과 분석 (2)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평가·우선순위→제안 확정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발표·강사 피드백으로 방향을 확정하고, 가설 생성 에이전트를 설계·구현한다.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구현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발표 + 강사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3세션 스코프 — 무엇을 만드나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에이전트 설계 정리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최소 동작(MVP) 원칙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구현① 자료 파악·gap 발견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구현② 가설 생성·평가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분야 · 발견 목표 · 왜 가치 있나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발견 목표 명확? · corpus 확보?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조정 후 빌드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확정하고 만들기 시작 — 빌드 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3세션 안에 만들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자료 파악 → gap 발견 → 가설 생성(다수) → 평가·제안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 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— 오픈 웹 크롤링·벡터DB 불필요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완주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 끝 = rationale 갖춘 새 가설 제안서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작게 만들고 키운다 — 욕심내지 말 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에이전트 설계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분야·발견 목표 재확인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3 기획서 기반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어떤 문서 폴더에서 자료 파악하나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제안서 구조 합의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최소 동작부터 (MVP)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단순한 흐름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자료 파악 → gap 1개 → 가설 1개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확인 후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다수 생성·평가 추가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중간 산출물 자주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방향 점검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구현 ① — 자료 파악 &amp; gap 발견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주제·자료(corpus) 입력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 → 주장·근거 정리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모순·공백(gap) 찾기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MVP 1회 동작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파악 + gap 발견까지 되는 MVP
구조: examples/research-agent 참고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구현 ② — 가설 생성 &amp; 평가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gap에서 가설 다수 생성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가설에 rationale·근거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평가·우선순위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구성도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제안(평가 포함)까지 되는 에이전트 v1
구조: examples/research-agent 참고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실행 및 결과 분석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분야로 1차 실행해 가설 후보를 만들고, 관찰하며 반복 개선한다.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실행 및 결과 분석 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실행·반복 개선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1차 실행(실습)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1차 가설 점검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&amp; 반복 개선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분야로 구동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 분야·자료 투입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관찰 → 프롬프트·구조 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iteration 루프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사례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분석의 재료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1차 실행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분야로 1차 실행 → 가설 후보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출력 점검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파라미터·프롬프트 조정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재실행 &amp; 비교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1차 실행 로그 + 가설 후보
실행 기록: run-log-template.md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1차 가설 빠른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있나?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gap·출처에 기반했나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새로운가?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있는 가설 아닌지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가능한가?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(2)세션으로 연결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실행 및 결과 분석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근거·새로움·타당성 기준으로 가설을 평가하고, 우선순위 가설을 제안으로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실행 및 결과 분석 (2)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4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가설 평가란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평가 기준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vs 개선 방향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재실행·평가(실습)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관점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가설을 평가한다는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좋다/나쁘다를 근거로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감이 아니라 기준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볼 것인가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근거·새로움·타당성·feasibility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개선으로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재실행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평가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근거·rationale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gap·출처에 제대로 기반했나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새로움·중요성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있나 · 풀 가치 있나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타당성·feasibility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그럴듯한가 · 검증 가능한가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우선순위 vs 개선 방향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우선순위 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rationale 강함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중요성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개선 방향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보강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구체화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다양화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 강화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재실행 &amp; 가설 평가 → 제안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개선 반영·재실행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강점/약점·rationale 표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가설 1~2개 선별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제안 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최종 가설 제안 + 분석 노트
에이전트 완주! → 분석: result-analysis-template.md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에이전트를 자료파악 → gap → 가설생성 → 평가 순으로 3세션 안에 완주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실행은 한 번이 아니라 반복(iteration)이다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가설은 근거(rationale)·새로움·타당성으로 평가 — 우선순위로 제안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마무리하고, AI 에이전트로 가설 제안서·발표자료를 만들어 팀별로 발표합니다.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