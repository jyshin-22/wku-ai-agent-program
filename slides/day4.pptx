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4  ·  목요일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기획·구현·실행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팀 분야에서 가설 생성 에이전트를 구현·실행해 rationale 갖춘 새 가설을 제안한다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기획 및 논문 수집 (팀)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자료 파악 &amp; gap 발견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가설 생성 &amp; 평가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3528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기획 및 논문 수집 (팀)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발표·피드백 → PubMed로 논문 corpus 수집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실행 및 결과 분석 (1) — 자료 파악 &amp; gap 발견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 구조화 정리 → 모순·공백 추출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실행 및 결과 분석 (2) — 가설 생성 &amp; 평가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gap에서 다수 생성 → 평가·우선순위 → 제안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기획 및 논문 수집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팀 발표·강사 피드백으로 방향을 확정하고, Claude Code로 PubMed에서 논문 corpus를 수집한다.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기획 및 논문 수집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5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발표 + 강사 피드백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진행 순서 (파이프라인)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PubMed에서 논문 수집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논문 수집 실습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수집할 때 꼭 확인할 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발표+피드백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발표 → 강사 피드백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팀별 짧은 발표 (~2분)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분야 · 발견 목표 · 왜 가치 있나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강사 직접 피드백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스코프 적정? · 발견 목표 명확? · 어떤 논문을 모을까?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피드백대로 조정 후 수집 시작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방향을 확정하고 — 오늘은 '재료(논문)'부터 모은다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오늘 만들 것 — 가설 생성 파이프라인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논문 수집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PubMed → corpus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구조화 정리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 발견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모순·공백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평가·제안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rationale·우선순위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오전=수집 · 오후1=자료파악·gap · 오후2=가설생성·평가 (한 세션 한 단계)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논문 수집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PubMed에서 논문 모으기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어디서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PubMed — 의학·약학 논문 DB (무료 E-utilities API, 키 불필요)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어떻게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Code에 '검색어로 초록·메타데이터를 papers/ 폴더에 저장' 요청 (바이브코딩)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제목·저자·연도·초록·PMID — 약 20~30편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검색어 예: (관심 키워드) AND (review[필터] 또는 최근 N년)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논문 수집 실습 (Claude Code · PubMed)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검색어 정의 (분야→키워드)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수집 스크립트 작성·요청 (PubMed API)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 → papers/ 에 ~20–30편 저장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샘플 2~3편 링크로 실제 논문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papers/ 폴더 = 팀 corpus (초록·메타데이터)
참고: examples/research-agent/sources 형식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수집할 때 꼭 확인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실제 논문인가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★ Claude가 지어낸 가짜 논문 주의 — PMID·링크로 확인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관련성 있나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검색어가 너무 넓/좁지 않은지 — 필요시 조정·재수집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규모 적당한가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20~30편 — gap 찾기엔 충분, 다루기엔 부담 적음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corpus 품질이 이후 가설 품질을 좌우한다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자료 파악 &amp; gap 발견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수집한 논문을 같은 틀로 정리해 지도를 만들고, 모순·공백(gap)을 찾는다.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자료 파악 &amp; gap 발견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4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단계 안내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 — 구조화 정리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gap·모순 발견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 &amp; gap 실습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단계 안내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오늘 오후1 — 자료 파악 →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수집한 논문에서 '빈틈(gap)'을 찾는다 — 가설의 원천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먼저 같은 틀로 정리(파악) → 그래야 비교가 되고 gap이 보임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 목록 (각 gap에 근거 논문)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자료 파악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논문을 같은 틀로 정리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'읽기'가 아니라 정규화 — 비교 가능해야 gap이 드러남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뽑나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각 논문: 핵심 주장 · 방법 · 근거 · 한계 · 결론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합의된 것 vs 논쟁 중인 것 지도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예: 논문마다 동일 표로 → 주장이 엇갈리는 행이 한눈에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gap 발견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어디서 gap을 찾나 — 3가지 유형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모순/충돌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 A와 B의 주장이 다름 (예: 6h vs 7–9h)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미검증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주장은 있는데 근거·재현이 약함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빠진 관점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특정 집단·조건·조합이 안 다뤄짐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각 gap에 '어느 논문에서 나왔나' 근거를 반드시 표기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자료 파악 &amp; gap 발견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papers/ 전체 구조화 추출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합의 vs 논쟁 지도 작성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 후보 추출(유형별)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각 gap에 근거 표기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자료 지도 + gap 목록 (근거 포함)
규칙: examples/research-agent/CLAUDE.md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가설 생성 &amp; 평가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gap에서 가설을 다수 생성하고, 근거·새로움·타당성으로 평가해 제안을 확정한다.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가설 생성 &amp; 평가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5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평가 기준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방법론 — MOOSE-Chem 청사진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 (gap + 조합)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평가·우선순위 (생성 vs 선별)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생성·평가 실습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좋은 가설의 4가지 기준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근거·rationale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실제 gap·논문에 기반했나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새로움·중요성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이미 알려진 게 아니고 풀 가치 있나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타당성·feasibility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그럴듯한가 · 검증 방법이 있나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 기준이 곧 '제안할 가설'을 고르는 잣대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방법론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생성 방법론 — MOOSE-Chem 청사진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35052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영감 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논문에서 아이디어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384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816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28160" y="2651760"/>
            <a:ext cx="35052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6532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532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조합 생성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532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배경+영감 → 가설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7908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5340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53400" y="2651760"/>
            <a:ext cx="35052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056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056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순위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056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평가·랭킹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연구로 검증된 3단계 (MOOSE-Chem, ICLR'25 · 화학) — 우리는 간소화해 차용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가설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만들기 — 두 갈래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gap 기반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모순·미검증·공백에서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'~조건에서 ~할 것이다'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근거: 어느 gap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조합(영감) 기반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다른 논문 아이디어를 끌어와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배경 + 영감 = 새 가설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근거: 어느 논문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생성 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많이·다양하게 — 그리고 제약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각 갈래에서 여러 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하나가 아니라 6~10개 — breadth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가능·근거 태그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문장 + 어디서 나왔는지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이미 있는 건 제외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가용 데이터/도구로 제약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예: '단시간 수면자는 특정 유전형에서 인지저하가 덜할 것이다'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평가·우선순위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생성 → 선별 (강의 쟁점 적용)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생성 (breadth)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많이·다양하게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데이터/도구로 제약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이미 있는 건 제외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선별 (우선순위)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근거·새로움·중요성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가능성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상위 1~2개 추리기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점검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제안 전 마지막 점검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 있나?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막연한 상상 아닌, gap·출처 기반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새로운가?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기존 논문에 이미 있는 건 아닌지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아이디어 있나?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어떻게 확인할지 한 줄이라도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약하면 되돌아가 재생성·보강 (iteration)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생성·평가 → 제안 확정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gap에서 가설 다수 생성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기준별 평가·점수·랭킹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우선순위 1~2개 + rationale 보강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제안 확정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최종 가설 제안 + 분석 노트
에이전트 완주! 양식: output/report-template.md · 분석: result-analysis-template.md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논문 수집(PubMed) → 자료파악 → gap → 가설생성 → 평가 순으로 3세션 안에 완주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corpus는 실제 논문이어야 — 수집 결과는 PMID·링크로 검증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가설은 gap에서 다수 생성 → 근거·새로움·타당성으로 평가·제안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다음 과정 — Day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버퍼로 마무리하고, AI 에이전트로 가설 제안서·발표자료를 만들어 팀별로 발표합니다.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