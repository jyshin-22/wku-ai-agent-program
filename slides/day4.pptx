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4  ·  목요일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기획·구현·실행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팀 주제로 리서치 에이전트를 설계·구현하고, 실행하며 결과를 분석한다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기획 및 구현 (팀)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실행 및 결과 분석 (1)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실행 및 결과 분석 (2)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3528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기획 및 구현 (팀)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설계를 코드로 — MVP에서 검증·확장까지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실행 및 결과 분석 (1)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1차 실행·반복 개선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실행 및 결과 분석 (2)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결과 평가·개선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기획 및 구현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팀 주제 발표·강사 피드백으로 방향을 확정하고, 리서치 에이전트를 설계·구현한다.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기획 및 구현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6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주제 발표 + 강사 피드백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3세션 스코프 — 무엇을 만드나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에이전트 설계 정리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최소 동작(MVP) 원칙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구현① 기본 흐름·검색(corpus)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71500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9224" y="583387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" y="583387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16152" y="571500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구현② 검증·종합·보고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발표+피드백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주제 발표 → 강사 피드백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팀별 짧은 발표 (~2분)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주제 · 선정 이유 · 핵심 질문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강사 직접 피드백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스코프 적정? · 핵심질문 명확? · corpus 확보?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피드백대로 스코프·질문 조정 후 빌드 시작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방향을 확정하고 만들기 시작 — 빌드 전 점검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스코프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3세션 안에 만들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파이프라인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질문 → 검색(로컬 corpus) → 검증 → 종합 → 인용 보고서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스코프 제한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corpus 기반 — 오픈 웹 크롤링·벡터DB 불필요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완주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Day 4 끝 = 핵심 질문에 답하는 1~2장 인용 보고서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작게 만들고 키운다 — 욕심내지 말 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기획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 에이전트 설계 정리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주제·핵심 질문 재확인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Day 3 기획서 기반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corpus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어떤 문서 폴더에서 검색하나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산출물 형태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인용 보고서 구조 합의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최소 동작부터 (MVP)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가장 단순한 흐름 먼저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질문 → 검색 → 요약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동작 확인 후 확장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검증·인용 추가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중간 산출물 자주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방향 점검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구현 ① — 기본 흐름 &amp; 검색(로컬 corpus)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 (placeholder)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기본 흐름(질문→검색→요약)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corpus 폴더 검색 연결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MVP 1회 동작 확인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소규모 테스트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동작하는 리서치 에이전트 MVP
(구성도 placeholder)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구현 ② — 검증 &amp; 종합·보고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 (placeholder)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로직(출처·교차확인)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종합 → 인용 보고서 생성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상충·불확실성 표기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구성도 정리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검증·인용 보고서까지 되는 에이전트 v1
(구성도 placeholder)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실행 및 결과 분석 (1)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팀 주제로 1차 실행하고, 결과를 관찰하며 반복 개선한다.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실행 및 결과 분석 (1)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3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실행·반복 개선 방식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1차 실행(실습)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1차 결과 점검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진행 방식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실행 &amp; 반복 개선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실제 질문으로 구동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팀 주제 투입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 관찰 → 프롬프트·구조 조정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iteration 루프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실패 사례 기록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분석의 재료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1차 실행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 (placeholder)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주제로 1차 실행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출력 점검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파라미터·프롬프트 조정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재실행 &amp; 비교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1차 실행 로그 + 결과물
(placeholder)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점검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1차 결과 빠른 점검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정확성·출처는?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근거 확인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빠진 내용은?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커버리지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다음 개선 포인트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(2)세션으로 연결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실행 및 결과 분석 (2)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평가 기준으로 결과를 분석하고, 개선 방향을 도출해 재실행한다.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실행 및 결과 분석 (2)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4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 평가 기준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정확성·출처 / 누락·편향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품질 vs 개선 방향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재실행·분석(실습)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관점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결과를 평가한다는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좋다/나쁘다를 근거로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감이 아니라 기준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볼 것인가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정확성·완전성·재현성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개선으로 연결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재실행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정확성·출처 / 누락·편향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주장에 근거가 있는가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 확인·신뢰도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빠진 관점·편향은 없나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커버리지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불확실성은 표기됐나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한계 명시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품질 점검 vs 개선 방향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품질 점검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정확성·출처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누락·편향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재현성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일관성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개선 방향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 보완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강화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범위 조정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출처 확대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재실행 &amp; 결과 분석 → 최종 확정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 (placeholder)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개선 항목 반영·재실행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강점/약점·한계 표 정리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발표 후보 결과 선별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최종 결과 확정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최종 결과물 + 분석 노트(강점·약점·개선점)
에이전트 완주! (placeholder)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에이전트를 MVP → 검증·종합(인용 보고서) 순으로 3세션 안에 완주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실행은 한 번이 아니라 반복(iteration)이다</a:t>
            </a:r>
          </a:p>
        </p:txBody>
      </p:sp>
      <p:sp>
        <p:nvSpPr>
          <p:cNvPr id="14" name="Oval 13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결과는 근거를 갖고 평가 — 강점·약점·개선점 정리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다음 과정 — Day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실행·분석을 마무리하고, AI 에이전트로 보고서·발표자료를 만들어 팀별로 발표합니다.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