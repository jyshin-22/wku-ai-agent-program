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— 오늘은 '재료(논문)'부터 모은다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오전=수집 · 오후1=자료파악·gap · 오후2=가설생성·평가 (한 세션 한 단계)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예: (관심 키워드) AND (review[필터] 또는 최근 N년)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품질이 이후 가설 품질을 좌우한다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정규화해야 비교가 되고, 비교에서 gap이 드러난다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'어느 논문에서 나왔나' 근거를 반드시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기준이 곧 '제안할 가설'을 고르는 잣대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연구로 검증된 3단계 (MOOSE-Chem, ICLR'25 · 화학) — 우리는 간소화해 차용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갈래에서 여러 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많이·다양하게가 이 단계의 목표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약하면 되돌아가 재생성·보강 (iteration)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