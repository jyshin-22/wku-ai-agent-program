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확정한 뒤, 오늘은 연구의 '재료'가 되는 논문부터 수집한다.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오전에는 논문 수집, 오후 첫 세션에는 자료 파악과 gap 발견, 오후 둘째 세션에는 가설 생성과 평가를 진행하며, 한 세션에 한 단계씩 다룬다.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검색어는 관심 키워드에 리뷰 필터(review[pt])나 최근 연도 조건을 결합하여 구성한다.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수집한 corpus의 품질이 이후 생성되는 가설의 품질을 좌우한다.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4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논문마다 동일 표로 → 주장이 엇갈리는 행이 한눈에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틀로 정규화해야 비교가 가능하며, 그 비교 과정에서 gap이 드러난다.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gap에는 어느 논문에서 비롯되었는지 근거를 반드시 표기해야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지도 + gap 목록 (근거 포함)
규칙: examples/research-agent/CLAUDE.md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방법론 — MOOSE-Chem 청사진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(gap + 조합)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네 가지 기준이 곧 최종적으로 제안할 가설을 선별하는 잣대가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방법론 — MOOSE-Chem 청사진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영감 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논문에서 아이디어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배경+영감 →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평가·랭킹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MOOSE-Chem(ICLR 2025, 화학 분야)에서 검증된 3단계 방법론이며, 본 특강에서는 이를 간소화하여 차용한다.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만들기 — 두 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gap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모순·미검증·공백에서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'~조건에서 ~할 것이다'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조합(영감) 기반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다른 논문 아이디어를 끌어와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배경 + 영감 = 새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논문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많이·다양하게 — 그리고 제약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갈래에서 여러 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가능·근거 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문장 + 어디서 나왔는지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'단시간 수면자는 특정 유전형에서 인지저하가 덜할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가능한 한 많고 다양하게 생성하는 것이 이 단계의 목표다.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(강의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근거가 약한 가설은 이전 단계로 돌아가 다시 생성하거나 보강한다.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가설 제안 + 분석 노트
에이전트 완주! 양식: output/report-template.md · 분석: result-analysis-template.md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