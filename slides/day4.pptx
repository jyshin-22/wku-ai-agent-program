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→ Day 4 적용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확정한 뒤, 오늘은 연구의 '재료'가 되는 논문부터 수집한다.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오전에는 논문 수집, 오후 첫 세션에는 자료 파악과 gap 발견, 오후 둘째 세션에는 가설 생성과 평가를 진행하며, 한 세션에 한 단계씩 다룬다.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3 → Day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어제 배운 방법론을 오늘 적용한다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분야·논문 (단계①·②)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 분야 확정 + PubMed 수집 — 오전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학습 (단계③)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같은 틀로 구조화 정리 — 오후1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도출 (단계④)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모순·조합·가정 완화 등 생성 방식 — 오후2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우선순위·쟁점 (단계⑤)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평가·선별 + 팀이 정한 '생성 vs 선별' 전략 — 오후2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어제 논의한 agentic 5단계와 '생성 vs 선별' 쟁점을, 오늘 팀 corpus에 직접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검색어는 관심 키워드에 리뷰 필터(review[pt])나 최근 연도 조건을 결합하여 구성한다.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수집한 corpus의 품질이 이후 생성되는 가설의 품질을 좌우한다.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12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논문마다 동일 표로 → 주장이 엇갈리는 행이 한눈에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 단계③(논문 학습=구조화)을 팀 corpus에 그대로 적용하는 단계다.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gap에는 어느 논문에서 비롯되었는지 근거를 반드시 표기해야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"papers/를 같은 틀로 정리해줘 — 각 논문의 주장·방법·근거·한계를 표로"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"정리한 자료에서 충돌·미검증·빠진 관점을 찾고, 각 gap에 근거 논문을 달아줘"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진행 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다 시키지 말고, 자료 파악 결과를 확인한 뒤 gap을 요청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논문 정리표 + gap 목록 (근거 포함)
시트: worksheets/1-literature-matrix · 2-gap-list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19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방법론 — MOOSE-Chem 청사진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(gap + 조합)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네 가지 기준이 곧 최종적으로 제안할 가설을 선별하는 잣대가 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방법론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방법론 — MOOSE-Chem 청사진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영감 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논문에서 아이디어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5384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816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816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532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32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532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배경+영감 →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08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53400" y="2651760"/>
            <a:ext cx="35052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3400" y="2651760"/>
            <a:ext cx="350520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0560" y="2944368"/>
            <a:ext cx="323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0560" y="3310128"/>
            <a:ext cx="3230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0560" y="3822192"/>
            <a:ext cx="323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평가·랭킹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MOOSE-Chem(ICLR 2025, 화학 분야)에서 검증된 3단계 방법론이며, 본 특강에서는 이를 간소화하여 차용한다.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만들기 — 두 갈래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gap 기반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모순·미검증·공백에서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'~조건에서 ~할 것이다'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gap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조합(영감) 기반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다른 논문 아이디어를 끌어와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배경 + 영감 = 새 가설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근거: 어느 논문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생성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많이·다양하게 — 그리고 제약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여러 생성 방식 활용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 / 조합·전이 / 가정 완화 — Day 3에서 본 방식 모두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방식에서 여러 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가능·근거 태그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문장 + 어디서 나왔는지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'단시간 수면자는 특정 유전형에서 인지저하가 덜할 것이다'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3의 생성 방식들을 모두 동원해 가능한 한 다양하게 생성하는 것이 목표다.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실행 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에이전트에게 무엇을 시키나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"각 gap에서 검증 가능한 새 가설 8개를 만들고, 어느 gap·논문에서 나왔는지 근거를 달아줘"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조합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"논문들의 핵심 아이디어 3~5개를 뽑아 배경과 조합한 가설도 만들어줘"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평가·선별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"가설들을 근거·새로움·중요성·검증가능성으로 평가해 순위를 매기고 상위 2개를 추천해줘"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프롬프트는 examples/prompts/research-prompts.md 참고.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(Day 3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Day 3에서 팀이 정한 '생성 vs 선별' 전략을 여기서 실제로 적용한다.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26 / 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가설에만 의존하지 않기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3 단계⑤ — 후보군 1~2개 유지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근거가 약한 가설은 이전 단계로 돌아가 다시 생성하거나 보강한다.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29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평가표 → 최종 가설 제안
시트: worksheets/3-hypothesis-eval · 제안서: output/report-template.md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29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