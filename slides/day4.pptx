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논문 수집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&amp; gap 발견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생성 &amp; 평가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논문 수집 (팀)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 → PubMed로 논문 corpus 수집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(1) — 자료 파악 &amp; gap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구조화 정리 → 모순·공백 추출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(2) — 가설 생성 &amp; 평가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gap에서 다수 생성 → 평가·우선순위 → 제안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Claude Code로 PubMed에서 논문 corpus를 수집한다.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진행 순서 (파이프라인)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 → Day 4 적용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리허설(mock) → 실제 수행 가이드 (공통 6단계·프롬프트)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PubMed에서 논문 수집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 실습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수집할 때 꼭 확인할 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어떤 논문을 모을까?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수집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확정한 뒤, 오늘은 연구의 '재료'가 되는 논문부터 수집한다.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만들 것 — 가설 생성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→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오전에는 논문 수집, 오후 첫 세션에는 자료 파악과 gap 발견, 오후 둘째 세션에는 가설 생성과 평가를 진행하며, 한 세션에 한 단계씩 다룬다.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3 → Day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어제 배운 방법론을 오늘 적용한다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분야·논문 (단계①·②)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 분야 확정 + PubMed 수집 — 오전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학습 (단계③)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틀로 구조화 정리 — 오후1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도출 (단계④)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모순·조합·가정 완화 등 생성 방식 — 오후2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우선순위·쟁점 (단계⑤)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평가·선별 + 팀이 정한 '생성 vs 선별' 전략 — 오후2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어제 논의한 agentic 5단계와 '생성 vs 선별' 쟁점을, 오늘 팀 corpus에 직접 적용한다.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리허설 먼저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실제 전에 mock으로 한 바퀴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리허설부터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안전한 가상 자료로 도구·절차를 먼저 익힌다 — 실패해도 손해가 없다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무슨 자료로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제공된 sources/ 가상 자료 6편 — 인터넷·논문 수집 불필요(오프라인)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어디까지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기획→자료파악→gap→가설생성→평가→제안서 전 과정을 한 번 완주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가이드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examples/research-agent/WALKTHROUGH.md 를 그대로 따라 하면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리허설의 목표는 좋은 결과가 아니라, 절차와 도구에 익숙해지는 것이다.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공통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리허설·실제 공통 6단계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59258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59258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3182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3182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기획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3182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발견 목표 확정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122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15540" y="2651760"/>
            <a:ext cx="159258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15540" y="2651760"/>
            <a:ext cx="159258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52700" y="2944368"/>
            <a:ext cx="13182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2700" y="3310128"/>
            <a:ext cx="13182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2700" y="3822192"/>
            <a:ext cx="13182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틀 정리표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8160" y="2651760"/>
            <a:ext cx="159258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8160" y="2651760"/>
            <a:ext cx="159258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5320" y="2944368"/>
            <a:ext cx="13182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5320" y="3310128"/>
            <a:ext cx="13182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5320" y="3822192"/>
            <a:ext cx="13182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모순·미검증·공백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0780" y="2651760"/>
            <a:ext cx="159258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40780" y="2651760"/>
            <a:ext cx="159258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7940" y="2944368"/>
            <a:ext cx="13182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7940" y="3310128"/>
            <a:ext cx="13182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④ 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7940" y="3822192"/>
            <a:ext cx="13182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53400" y="2651760"/>
            <a:ext cx="159258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53400" y="2651760"/>
            <a:ext cx="159258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90560" y="2944368"/>
            <a:ext cx="13182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0560" y="3310128"/>
            <a:ext cx="13182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평가·순위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0560" y="3822192"/>
            <a:ext cx="13182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근거·새로움·비용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9170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6020" y="2651760"/>
            <a:ext cx="159258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6020" y="2651760"/>
            <a:ext cx="159258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3180" y="2944368"/>
            <a:ext cx="13182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3180" y="3310128"/>
            <a:ext cx="13182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⑥ 제안서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3180" y="3822192"/>
            <a:ext cx="13182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정리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리허설이든 실제든 절차는 동일하다 — 바뀌는 것은 다루는 '자료'와 '검증 책임'뿐이다.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리허설 vs 실제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같은 절차, 자료만 바뀐다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리허설 (mock)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자료: 제공된 sources/ 6편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오프라인 · 수집 불필요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목적: 절차·도구 익히기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가상 자료라 진위 검증 불필요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실제 수행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자료: PubMed로 직접 수집한 papers/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인터넷·API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목적: 진짜 새 가설 제안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PMID·링크로 실제 논문 검증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절차는 그대로 재사용하고, 실제에서는 corpus 수집과 논문 진위 검증이 추가된다.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리허설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mock — 단계별로 이렇게 시킨다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"sources/ doc01~06을 같은 표로 정리해줘 — 주장·방법·근거·한계·출처"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"정리표에서 모순·미검증·빠진 관점을 찾고 각 gap에 근거 doc를 달아줘"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"gap에서 검증 가능한 새 가설 5개, 각 가설에 근거(doc·gap) 태그를 달아줘"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"상위 1~2개를 output/report.md에 rationale·검증 아이디어와 함께 정리해줘"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단계씩 시키고 결과를 확인한 뒤 다음으로 넘어간다 — 전체 프롬프트는 WALKTHROUGH.md 참고.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실제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실제 — 자료만 진짜로 바꾼다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"PubMed에서 '[우리 검색어]'로 25편의 초록·메타데이터를 papers/에 저장해줘"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"papers/ 논문들을 같은 표로 정리해줘 — 주장·방법·근거·한계·PMID"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gap·가설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리허설과 동일한 프롬프트 — sources/ 자리에 papers/ 를 넣는다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제안서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"상위 가설을 output/report.md에 근거(PMID)·검증 아이디어와 함께 정리해줘"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프롬프트 골격은 리허설과 같고, 대상 폴더가 sources/ → papers/ 로 바뀔 뿐이다.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확인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리허설·실제 공통 —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태그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모든 가설에 gap·출처(doc/PMID)가 붙어 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347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511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저신뢰 가려내기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352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약한 근거(블로그 등)를 가설의 근거로 쓰지 않았나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35584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735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후보군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6576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하나만 고집하지 않고 후보 1~2개를 남겼나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78224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9959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 검토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37997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매긴 순위를 그대로 믿지 않고 한 번 검토했나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4800600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1830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실제만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10235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수행에선 PMID·링크로 논문이 진짜인지 확인했나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점검 습관이 리허설에서 몸에 배면 실제 수행의 품질이 올라간다.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PubMed에서 논문 모으기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— 의학·약학 논문 DB (무료 E-utilities API, 키 불필요)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Code에 '검색어로 초록·메타데이터를 papers/ 폴더에 저장' 요청 (바이브코딩)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제목·저자·연도·초록·PMID — 약 20~30편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검색어는 관심 키워드에 리뷰 필터(review[pt])나 최근 연도 조건을 결합하여 구성한다.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수집 실습 (Claude Code · PubMed)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정의 (분야→키워드)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스크립트 작성·요청 (PubMed API)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→ papers/ 에 ~20–30편 저장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2~3편 링크로 실제 논문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papers/ 폴더 = 팀 corpus (초록·메타데이터)
참고: examples/research-agent/sources 형식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수집할 때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논문인가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★ Claude가 지어낸 가짜 논문 주의 — PMID·링크로 확인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관련성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검색어가 너무 넓/좁지 않은지 — 필요시 조정·재수집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 적당한가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20~30편 — gap 찾기엔 충분, 다루기엔 부담 적음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수집한 corpus의 품질이 이후 생성되는 가설의 품질을 좌우한다.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수집한 논문을 같은 틀로 정리해 지도를 만들고, 모순·공백(gap)을 찾는다.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— 구조화 정리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gap·모순 발견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&amp; gap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오후1 — 자료 파악 →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논문에서 '빈틈(gap)'을 찾는다 — 가설의 원천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먼저 같은 틀로 정리(파악) → 그래야 비교가 되고 gap이 보임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 목록 (각 gap에 근거 논문)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논문을 같은 틀로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'읽기'가 아니라 정규화 — 비교 가능해야 gap이 드러남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뽑나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논문: 핵심 주장 · 방법 · 근거 · 한계 · 결론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합의된 것 vs 논쟁 중인 것 지도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논문마다 동일 표로 → 주장이 엇갈리는 행이 한눈에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 단계③(논문 학습=구조화)을 팀 corpus에 그대로 적용하는 단계다.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어디서 gap을 찾나 — 3가지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모순/충돌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A와 B의 주장이 다름 (예: 6h vs 7–9h)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있는데 근거·재현이 약함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안 다뤄짐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gap에는 어느 논문에서 비롯되었는지 근거를 반드시 표기해야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에이전트에게 무엇을 시키나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"papers/를 같은 틀로 정리해줘 — 각 논문의 주장·방법·근거·한계를 표로"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"정리한 자료에서 충돌·미검증·빠진 관점을 찾고, 각 gap에 근거 논문을 달아줘"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진행 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다 시키지 말고, 자료 파악 결과를 확인한 뒤 gap을 요청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프롬프트는 examples/prompts/research-prompts.md 참고.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자료 파악 &amp; gap 발견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papers/ 전체 구조화 추출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합의 vs 논쟁 지도 작성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후보 추출(유형별)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근거 표기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논문 정리표 + gap 목록 (근거 포함)
시트: worksheets/1-literature-matrix · 2-gap-list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gap에서 가설을 다수 생성하고, 근거·새로움·타당성으로 평가해 제안을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방법론 — MOOSE-Chem 청사진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(gap + 조합)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 (생성 vs 선별)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생성·평가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가설의 4가지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gap·논문에 기반했나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알려진 게 아니고 풀 가치 있나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방법이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네 가지 기준이 곧 최종적으로 제안할 가설을 선별하는 잣대가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방법론 — MOOSE-Chem 청사진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영감 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논문에서 아이디어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배경+영감 →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평가·랭킹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MOOSE-Chem(ICLR 2025, 화학 분야)에서 검증된 3단계 방법론이며, 본 특강에서는 이를 간소화하여 차용한다.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만들기 — 두 갈래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gap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모순·미검증·공백에서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'~조건에서 ~할 것이다'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조합(영감) 기반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다른 논문 아이디어를 끌어와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배경 + 영감 = 새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논문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많이·다양하게 — 그리고 제약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여러 생성 방식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 / 조합·전이 / 가정 완화 — Day 3에서 본 방식 모두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방식에서 여러 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하나가 아니라 6~10개 — breadth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가능·근거 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문장 + 어디서 나왔는지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'단시간 수면자는 특정 유전형에서 인지저하가 덜할 것이다'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3의 생성 방식들을 모두 동원해 가능한 한 다양하게 생성하는 것이 목표다.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에이전트에게 무엇을 시키나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"각 gap에서 검증 가능한 새 가설 8개를 만들고, 어느 gap·논문에서 나왔는지 근거를 달아줘"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"논문들의 핵심 아이디어 3~5개를 뽑아 배경과 조합한 가설도 만들어줘"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평가·선별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"가설들을 근거·새로움·중요성·검증가능성으로 평가해 순위를 매기고 상위 2개를 추천해줘"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프롬프트는 examples/prompts/research-prompts.md 참고.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→ 선별 (Day 3 쟁점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선별 (우선순위)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근거·새로움·중요성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상위 1~2개 추리기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3에서 팀이 정한 '생성 vs 선별' 전략을 여기서 실제로 적용한다.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제안 전 마지막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막연한 상상 아닌, gap·출처 기반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논문에 이미 있는 건 아닌지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아이디어 있나?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확인할지 한 줄이라도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가설에만 의존하지 않기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3 단계⑤ — 후보군 1~2개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근거가 약한 가설은 이전 단계로 돌아가 다시 생성하거나 보강한다.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생성·평가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기준별 평가·점수·랭킹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1~2개 + rationale 보강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평가표 → 최종 가설 제안
시트: worksheets/3-hypothesis-eval · 제안서: output/report-template.md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수집(PubMed) → 자료파악 → gap → 가설생성 → 평가 순으로 3세션 안에 완주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corpus는 실제 논문이어야 — 수집 결과는 PMID·링크로 검증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gap에서 다수 생성 → 근거·새로움·타당성으로 평가·제안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35 /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